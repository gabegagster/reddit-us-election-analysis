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7"/>
  </p:notesMasterIdLst>
  <p:sldIdLst>
    <p:sldId id="256" r:id="rId2"/>
    <p:sldId id="259" r:id="rId3"/>
    <p:sldId id="257" r:id="rId4"/>
    <p:sldId id="263" r:id="rId5"/>
    <p:sldId id="260" r:id="rId6"/>
    <p:sldId id="261" r:id="rId7"/>
    <p:sldId id="277" r:id="rId8"/>
    <p:sldId id="262" r:id="rId9"/>
    <p:sldId id="258" r:id="rId10"/>
    <p:sldId id="266" r:id="rId11"/>
    <p:sldId id="268" r:id="rId12"/>
    <p:sldId id="276" r:id="rId13"/>
    <p:sldId id="270" r:id="rId14"/>
    <p:sldId id="273" r:id="rId15"/>
    <p:sldId id="275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F7127-5D13-4C72-B03B-10C1B88B41A1}" v="713" dt="2024-10-16T02:02:29.816"/>
    <p1510:client id="{2E872C27-A7A1-A647-5D86-B12886E33586}" v="3" dt="2024-10-16T01:45:52.553"/>
    <p1510:client id="{3F60E93B-8514-6412-2BB7-4BA33F94FB52}" v="124" dt="2024-10-16T01:37:56.851"/>
    <p1510:client id="{5FD46D1B-351E-A897-2B85-09253CE18DA5}" v="4" dt="2024-10-16T02:01:45.687"/>
    <p1510:client id="{69B7D8FF-17D6-F569-1F72-311F2A46B20E}" v="10" dt="2024-10-16T01:44:46.912"/>
    <p1510:client id="{7C2C582E-F2D5-227A-DEFC-9345484DC684}" v="70" dt="2024-10-15T02:30:26.531"/>
    <p1510:client id="{91DB76D0-4275-B493-F6CE-753CD48D6E87}" v="2" dt="2024-10-16T01:37:44.020"/>
    <p1510:client id="{C5665EE1-FE8D-CEC5-E2E5-FDD3C664589F}" v="9" dt="2024-10-16T01:23:57.448"/>
    <p1510:client id="{C909A1EE-712C-00B7-5FD7-78032771F7E5}" v="16" dt="2024-10-16T01:43:25.110"/>
    <p1510:client id="{D0A9D8C4-1DB9-0DDD-4FF9-D5CA8C3C6FE9}" v="41" dt="2024-10-16T01:10:08.866"/>
    <p1510:client id="{FD01020B-0552-8214-0E8D-5E4806C96771}" v="90" dt="2024-10-15T12:58:41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680"/>
    <p:restoredTop sz="97188"/>
  </p:normalViewPr>
  <p:slideViewPr>
    <p:cSldViewPr snapToGrid="0">
      <p:cViewPr>
        <p:scale>
          <a:sx n="171" d="100"/>
          <a:sy n="171" d="100"/>
        </p:scale>
        <p:origin x="616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8" d="100"/>
          <a:sy n="128" d="100"/>
        </p:scale>
        <p:origin x="444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18593503a06f5b756805ca943009366a4a814b5e865ec243263b10f00212126::" providerId="AD" clId="Web-{C909A1EE-712C-00B7-5FD7-78032771F7E5}"/>
    <pc:docChg chg="modSld">
      <pc:chgData name="Guest User" userId="S::urn:spo:anon#018593503a06f5b756805ca943009366a4a814b5e865ec243263b10f00212126::" providerId="AD" clId="Web-{C909A1EE-712C-00B7-5FD7-78032771F7E5}" dt="2024-10-16T01:49:09.057" v="169"/>
      <pc:docMkLst>
        <pc:docMk/>
      </pc:docMkLst>
      <pc:sldChg chg="modSp">
        <pc:chgData name="Guest User" userId="S::urn:spo:anon#018593503a06f5b756805ca943009366a4a814b5e865ec243263b10f00212126::" providerId="AD" clId="Web-{C909A1EE-712C-00B7-5FD7-78032771F7E5}" dt="2024-10-16T01:43:17.734" v="145" actId="20577"/>
        <pc:sldMkLst>
          <pc:docMk/>
          <pc:sldMk cId="1577499883" sldId="256"/>
        </pc:sldMkLst>
        <pc:spChg chg="mod">
          <ac:chgData name="Guest User" userId="S::urn:spo:anon#018593503a06f5b756805ca943009366a4a814b5e865ec243263b10f00212126::" providerId="AD" clId="Web-{C909A1EE-712C-00B7-5FD7-78032771F7E5}" dt="2024-10-16T01:43:17.734" v="145" actId="20577"/>
          <ac:spMkLst>
            <pc:docMk/>
            <pc:sldMk cId="1577499883" sldId="256"/>
            <ac:spMk id="3" creationId="{00000000-0000-0000-0000-000000000000}"/>
          </ac:spMkLst>
        </pc:spChg>
      </pc:sldChg>
      <pc:sldChg chg="modNotes">
        <pc:chgData name="Guest User" userId="S::urn:spo:anon#018593503a06f5b756805ca943009366a4a814b5e865ec243263b10f00212126::" providerId="AD" clId="Web-{C909A1EE-712C-00B7-5FD7-78032771F7E5}" dt="2024-10-16T01:49:09.057" v="169"/>
        <pc:sldMkLst>
          <pc:docMk/>
          <pc:sldMk cId="4045680607" sldId="257"/>
        </pc:sldMkLst>
      </pc:sldChg>
      <pc:sldChg chg="modNotes">
        <pc:chgData name="Guest User" userId="S::urn:spo:anon#018593503a06f5b756805ca943009366a4a814b5e865ec243263b10f00212126::" providerId="AD" clId="Web-{C909A1EE-712C-00B7-5FD7-78032771F7E5}" dt="2024-10-16T01:36:30.333" v="48"/>
        <pc:sldMkLst>
          <pc:docMk/>
          <pc:sldMk cId="3913736611" sldId="263"/>
        </pc:sldMkLst>
      </pc:sldChg>
    </pc:docChg>
  </pc:docChgLst>
  <pc:docChgLst>
    <pc:chgData name="Guest User" userId="S::urn:spo:anon#018593503a06f5b756805ca943009366a4a814b5e865ec243263b10f00212126::" providerId="AD" clId="Web-{0B94DEBC-7FB6-064B-4471-6AB38E2D308B}"/>
    <pc:docChg chg="addSld modSld">
      <pc:chgData name="Guest User" userId="S::urn:spo:anon#018593503a06f5b756805ca943009366a4a814b5e865ec243263b10f00212126::" providerId="AD" clId="Web-{0B94DEBC-7FB6-064B-4471-6AB38E2D308B}" dt="2024-10-12T10:35:42.133" v="289"/>
      <pc:docMkLst>
        <pc:docMk/>
      </pc:docMkLst>
      <pc:sldChg chg="addSp delSp modSp new modNotes">
        <pc:chgData name="Guest User" userId="S::urn:spo:anon#018593503a06f5b756805ca943009366a4a814b5e865ec243263b10f00212126::" providerId="AD" clId="Web-{0B94DEBC-7FB6-064B-4471-6AB38E2D308B}" dt="2024-10-12T10:35:42.133" v="289"/>
        <pc:sldMkLst>
          <pc:docMk/>
          <pc:sldMk cId="4045680607" sldId="257"/>
        </pc:sldMkLst>
        <pc:spChg chg="add del mod">
          <ac:chgData name="Guest User" userId="S::urn:spo:anon#018593503a06f5b756805ca943009366a4a814b5e865ec243263b10f00212126::" providerId="AD" clId="Web-{0B94DEBC-7FB6-064B-4471-6AB38E2D308B}" dt="2024-10-12T10:28:52.851" v="72" actId="1076"/>
          <ac:spMkLst>
            <pc:docMk/>
            <pc:sldMk cId="4045680607" sldId="257"/>
            <ac:spMk id="2" creationId="{CCE257D8-AC05-719A-E65D-F4C3A4941632}"/>
          </ac:spMkLst>
        </pc:spChg>
        <pc:spChg chg="del">
          <ac:chgData name="Guest User" userId="S::urn:spo:anon#018593503a06f5b756805ca943009366a4a814b5e865ec243263b10f00212126::" providerId="AD" clId="Web-{0B94DEBC-7FB6-064B-4471-6AB38E2D308B}" dt="2024-10-12T10:26:00.323" v="4"/>
          <ac:spMkLst>
            <pc:docMk/>
            <pc:sldMk cId="4045680607" sldId="257"/>
            <ac:spMk id="3" creationId="{DF50D6DF-3547-E5A3-1A9F-3DE28E7E6F1B}"/>
          </ac:spMkLst>
        </pc:spChg>
        <pc:spChg chg="add mod">
          <ac:chgData name="Guest User" userId="S::urn:spo:anon#018593503a06f5b756805ca943009366a4a814b5e865ec243263b10f00212126::" providerId="AD" clId="Web-{0B94DEBC-7FB6-064B-4471-6AB38E2D308B}" dt="2024-10-12T10:28:04.270" v="44" actId="1076"/>
          <ac:spMkLst>
            <pc:docMk/>
            <pc:sldMk cId="4045680607" sldId="257"/>
            <ac:spMk id="6" creationId="{A8D13EEF-B491-D9DF-BC44-33CCE6819368}"/>
          </ac:spMkLst>
        </pc:spChg>
        <pc:spChg chg="add mod">
          <ac:chgData name="Guest User" userId="S::urn:spo:anon#018593503a06f5b756805ca943009366a4a814b5e865ec243263b10f00212126::" providerId="AD" clId="Web-{0B94DEBC-7FB6-064B-4471-6AB38E2D308B}" dt="2024-10-12T10:28:42.911" v="71" actId="1076"/>
          <ac:spMkLst>
            <pc:docMk/>
            <pc:sldMk cId="4045680607" sldId="257"/>
            <ac:spMk id="7" creationId="{95DC8D60-D897-E76D-5944-E34AC42D599A}"/>
          </ac:spMkLst>
        </pc:spChg>
        <pc:picChg chg="add mod">
          <ac:chgData name="Guest User" userId="S::urn:spo:anon#018593503a06f5b756805ca943009366a4a814b5e865ec243263b10f00212126::" providerId="AD" clId="Web-{0B94DEBC-7FB6-064B-4471-6AB38E2D308B}" dt="2024-10-12T10:28:05.505" v="45" actId="1076"/>
          <ac:picMkLst>
            <pc:docMk/>
            <pc:sldMk cId="4045680607" sldId="257"/>
            <ac:picMk id="4" creationId="{D8BC8C71-C0B0-5838-4AE4-0CD8689A2A5F}"/>
          </ac:picMkLst>
        </pc:picChg>
        <pc:picChg chg="add mod">
          <ac:chgData name="Guest User" userId="S::urn:spo:anon#018593503a06f5b756805ca943009366a4a814b5e865ec243263b10f00212126::" providerId="AD" clId="Web-{0B94DEBC-7FB6-064B-4471-6AB38E2D308B}" dt="2024-10-12T10:28:01.223" v="43" actId="1076"/>
          <ac:picMkLst>
            <pc:docMk/>
            <pc:sldMk cId="4045680607" sldId="257"/>
            <ac:picMk id="5" creationId="{52F58733-9F40-0E17-D671-98C86E3A2758}"/>
          </ac:picMkLst>
        </pc:picChg>
      </pc:sldChg>
      <pc:sldChg chg="new">
        <pc:chgData name="Guest User" userId="S::urn:spo:anon#018593503a06f5b756805ca943009366a4a814b5e865ec243263b10f00212126::" providerId="AD" clId="Web-{0B94DEBC-7FB6-064B-4471-6AB38E2D308B}" dt="2024-10-12T10:25:28.417" v="1"/>
        <pc:sldMkLst>
          <pc:docMk/>
          <pc:sldMk cId="1602977187" sldId="258"/>
        </pc:sldMkLst>
      </pc:sldChg>
    </pc:docChg>
  </pc:docChgLst>
  <pc:docChgLst>
    <pc:chgData name="Guest User" userId="S::urn:spo:anon#2a5e35b95e66fe78b98f005495887dc502a300d5ccd1bb604e84fa0805335465::" providerId="AD" clId="Web-{F9F8070E-E7D7-138B-F282-465E4718561C}"/>
    <pc:docChg chg="modSld">
      <pc:chgData name="Guest User" userId="S::urn:spo:anon#2a5e35b95e66fe78b98f005495887dc502a300d5ccd1bb604e84fa0805335465::" providerId="AD" clId="Web-{F9F8070E-E7D7-138B-F282-465E4718561C}" dt="2024-10-15T00:52:21.211" v="65" actId="1076"/>
      <pc:docMkLst>
        <pc:docMk/>
      </pc:docMkLst>
      <pc:sldChg chg="modSp addAnim delAnim modAnim">
        <pc:chgData name="Guest User" userId="S::urn:spo:anon#2a5e35b95e66fe78b98f005495887dc502a300d5ccd1bb604e84fa0805335465::" providerId="AD" clId="Web-{F9F8070E-E7D7-138B-F282-465E4718561C}" dt="2024-10-15T00:52:21.211" v="65" actId="1076"/>
        <pc:sldMkLst>
          <pc:docMk/>
          <pc:sldMk cId="32187474" sldId="262"/>
        </pc:sldMkLst>
        <pc:picChg chg="mod">
          <ac:chgData name="Guest User" userId="S::urn:spo:anon#2a5e35b95e66fe78b98f005495887dc502a300d5ccd1bb604e84fa0805335465::" providerId="AD" clId="Web-{F9F8070E-E7D7-138B-F282-465E4718561C}" dt="2024-10-15T00:51:59.898" v="58" actId="1076"/>
          <ac:picMkLst>
            <pc:docMk/>
            <pc:sldMk cId="32187474" sldId="262"/>
            <ac:picMk id="6" creationId="{AF00D4FA-BA0C-158B-BC82-671DFDBEE1A8}"/>
          </ac:picMkLst>
        </pc:picChg>
        <pc:picChg chg="mod">
          <ac:chgData name="Guest User" userId="S::urn:spo:anon#2a5e35b95e66fe78b98f005495887dc502a300d5ccd1bb604e84fa0805335465::" providerId="AD" clId="Web-{F9F8070E-E7D7-138B-F282-465E4718561C}" dt="2024-10-15T00:52:10.179" v="61" actId="1076"/>
          <ac:picMkLst>
            <pc:docMk/>
            <pc:sldMk cId="32187474" sldId="262"/>
            <ac:picMk id="7" creationId="{BC5C4171-4B21-5072-7AED-F0F370D26232}"/>
          </ac:picMkLst>
        </pc:picChg>
        <pc:picChg chg="mod">
          <ac:chgData name="Guest User" userId="S::urn:spo:anon#2a5e35b95e66fe78b98f005495887dc502a300d5ccd1bb604e84fa0805335465::" providerId="AD" clId="Web-{F9F8070E-E7D7-138B-F282-465E4718561C}" dt="2024-10-15T00:51:39.866" v="55" actId="1076"/>
          <ac:picMkLst>
            <pc:docMk/>
            <pc:sldMk cId="32187474" sldId="262"/>
            <ac:picMk id="8" creationId="{D204CD89-0F7E-3353-3EC2-06420FB6BF44}"/>
          </ac:picMkLst>
        </pc:picChg>
        <pc:picChg chg="mod">
          <ac:chgData name="Guest User" userId="S::urn:spo:anon#2a5e35b95e66fe78b98f005495887dc502a300d5ccd1bb604e84fa0805335465::" providerId="AD" clId="Web-{F9F8070E-E7D7-138B-F282-465E4718561C}" dt="2024-10-15T00:52:14.726" v="62" actId="1076"/>
          <ac:picMkLst>
            <pc:docMk/>
            <pc:sldMk cId="32187474" sldId="262"/>
            <ac:picMk id="9" creationId="{4AC524E8-719A-F22A-D34D-251805D35E26}"/>
          </ac:picMkLst>
        </pc:picChg>
        <pc:picChg chg="mod">
          <ac:chgData name="Guest User" userId="S::urn:spo:anon#2a5e35b95e66fe78b98f005495887dc502a300d5ccd1bb604e84fa0805335465::" providerId="AD" clId="Web-{F9F8070E-E7D7-138B-F282-465E4718561C}" dt="2024-10-15T00:52:04.585" v="59" actId="1076"/>
          <ac:picMkLst>
            <pc:docMk/>
            <pc:sldMk cId="32187474" sldId="262"/>
            <ac:picMk id="10" creationId="{F167B371-3FFC-6672-5104-331025B65CC5}"/>
          </ac:picMkLst>
        </pc:picChg>
        <pc:picChg chg="mod">
          <ac:chgData name="Guest User" userId="S::urn:spo:anon#2a5e35b95e66fe78b98f005495887dc502a300d5ccd1bb604e84fa0805335465::" providerId="AD" clId="Web-{F9F8070E-E7D7-138B-F282-465E4718561C}" dt="2024-10-15T00:52:21.211" v="65" actId="1076"/>
          <ac:picMkLst>
            <pc:docMk/>
            <pc:sldMk cId="32187474" sldId="262"/>
            <ac:picMk id="11" creationId="{F7BC02BE-542C-BE0E-54D1-6C786A9B1E20}"/>
          </ac:picMkLst>
        </pc:picChg>
        <pc:picChg chg="mod">
          <ac:chgData name="Guest User" userId="S::urn:spo:anon#2a5e35b95e66fe78b98f005495887dc502a300d5ccd1bb604e84fa0805335465::" providerId="AD" clId="Web-{F9F8070E-E7D7-138B-F282-465E4718561C}" dt="2024-10-15T00:51:25.631" v="51" actId="1076"/>
          <ac:picMkLst>
            <pc:docMk/>
            <pc:sldMk cId="32187474" sldId="262"/>
            <ac:picMk id="14" creationId="{70032E09-F482-9681-6AB5-C7A8325F5E6B}"/>
          </ac:picMkLst>
        </pc:picChg>
      </pc:sldChg>
    </pc:docChg>
  </pc:docChgLst>
  <pc:docChgLst>
    <pc:chgData name="Gastbenutzer" userId="S::urn:spo:anon#d752679cb7c69f568ab34b5efa3877e77117b2c99e111a33e12a8688631fc323::" providerId="AD" clId="Web-{A6C66E10-CE2A-E362-5BD6-7E22599AC6B9}"/>
    <pc:docChg chg="modSld">
      <pc:chgData name="Gastbenutzer" userId="S::urn:spo:anon#d752679cb7c69f568ab34b5efa3877e77117b2c99e111a33e12a8688631fc323::" providerId="AD" clId="Web-{A6C66E10-CE2A-E362-5BD6-7E22599AC6B9}" dt="2024-10-15T01:23:51.103" v="1" actId="1076"/>
      <pc:docMkLst>
        <pc:docMk/>
      </pc:docMkLst>
      <pc:sldChg chg="modSp">
        <pc:chgData name="Gastbenutzer" userId="S::urn:spo:anon#d752679cb7c69f568ab34b5efa3877e77117b2c99e111a33e12a8688631fc323::" providerId="AD" clId="Web-{A6C66E10-CE2A-E362-5BD6-7E22599AC6B9}" dt="2024-10-15T01:23:51.103" v="1" actId="1076"/>
        <pc:sldMkLst>
          <pc:docMk/>
          <pc:sldMk cId="1394642352" sldId="261"/>
        </pc:sldMkLst>
        <pc:picChg chg="mod">
          <ac:chgData name="Gastbenutzer" userId="S::urn:spo:anon#d752679cb7c69f568ab34b5efa3877e77117b2c99e111a33e12a8688631fc323::" providerId="AD" clId="Web-{A6C66E10-CE2A-E362-5BD6-7E22599AC6B9}" dt="2024-10-15T01:23:51.103" v="1" actId="1076"/>
          <ac:picMkLst>
            <pc:docMk/>
            <pc:sldMk cId="1394642352" sldId="261"/>
            <ac:picMk id="37" creationId="{6B0F7156-657B-90F3-EF0E-5F1131F9D26E}"/>
          </ac:picMkLst>
        </pc:picChg>
      </pc:sldChg>
    </pc:docChg>
  </pc:docChgLst>
  <pc:docChgLst>
    <pc:chgData name="Guest User" userId="S::urn:spo:anon#d752679cb7c69f568ab34b5efa3877e77117b2c99e111a33e12a8688631fc323::" providerId="AD" clId="Web-{FD01020B-0552-8214-0E8D-5E4806C96771}"/>
    <pc:docChg chg="addSld modSld">
      <pc:chgData name="Guest User" userId="S::urn:spo:anon#d752679cb7c69f568ab34b5efa3877e77117b2c99e111a33e12a8688631fc323::" providerId="AD" clId="Web-{FD01020B-0552-8214-0E8D-5E4806C96771}" dt="2024-10-15T12:58:41.206" v="291"/>
      <pc:docMkLst>
        <pc:docMk/>
      </pc:docMkLst>
      <pc:sldChg chg="modSp">
        <pc:chgData name="Guest User" userId="S::urn:spo:anon#d752679cb7c69f568ab34b5efa3877e77117b2c99e111a33e12a8688631fc323::" providerId="AD" clId="Web-{FD01020B-0552-8214-0E8D-5E4806C96771}" dt="2024-10-15T12:54:10.160" v="77" actId="1076"/>
        <pc:sldMkLst>
          <pc:docMk/>
          <pc:sldMk cId="4045680607" sldId="257"/>
        </pc:sldMkLst>
        <pc:spChg chg="mod">
          <ac:chgData name="Guest User" userId="S::urn:spo:anon#d752679cb7c69f568ab34b5efa3877e77117b2c99e111a33e12a8688631fc323::" providerId="AD" clId="Web-{FD01020B-0552-8214-0E8D-5E4806C96771}" dt="2024-10-15T12:54:10.160" v="77" actId="1076"/>
          <ac:spMkLst>
            <pc:docMk/>
            <pc:sldMk cId="4045680607" sldId="257"/>
            <ac:spMk id="2" creationId="{CCE257D8-AC05-719A-E65D-F4C3A4941632}"/>
          </ac:spMkLst>
        </pc:spChg>
        <pc:spChg chg="mod">
          <ac:chgData name="Guest User" userId="S::urn:spo:anon#d752679cb7c69f568ab34b5efa3877e77117b2c99e111a33e12a8688631fc323::" providerId="AD" clId="Web-{FD01020B-0552-8214-0E8D-5E4806C96771}" dt="2024-10-14T23:01:07.957" v="5" actId="20577"/>
          <ac:spMkLst>
            <pc:docMk/>
            <pc:sldMk cId="4045680607" sldId="257"/>
            <ac:spMk id="7" creationId="{95DC8D60-D897-E76D-5944-E34AC42D599A}"/>
          </ac:spMkLst>
        </pc:spChg>
      </pc:sldChg>
      <pc:sldChg chg="addSp delSp modSp new modNotes">
        <pc:chgData name="Guest User" userId="S::urn:spo:anon#d752679cb7c69f568ab34b5efa3877e77117b2c99e111a33e12a8688631fc323::" providerId="AD" clId="Web-{FD01020B-0552-8214-0E8D-5E4806C96771}" dt="2024-10-15T12:58:41.206" v="291"/>
        <pc:sldMkLst>
          <pc:docMk/>
          <pc:sldMk cId="3913736611" sldId="263"/>
        </pc:sldMkLst>
        <pc:spChg chg="mod">
          <ac:chgData name="Guest User" userId="S::urn:spo:anon#d752679cb7c69f568ab34b5efa3877e77117b2c99e111a33e12a8688631fc323::" providerId="AD" clId="Web-{FD01020B-0552-8214-0E8D-5E4806C96771}" dt="2024-10-15T12:53:41.425" v="74" actId="1076"/>
          <ac:spMkLst>
            <pc:docMk/>
            <pc:sldMk cId="3913736611" sldId="263"/>
            <ac:spMk id="2" creationId="{C971F381-7916-DCC0-31A7-0501B1C93261}"/>
          </ac:spMkLst>
        </pc:spChg>
        <pc:spChg chg="add del mod">
          <ac:chgData name="Guest User" userId="S::urn:spo:anon#d752679cb7c69f568ab34b5efa3877e77117b2c99e111a33e12a8688631fc323::" providerId="AD" clId="Web-{FD01020B-0552-8214-0E8D-5E4806C96771}" dt="2024-10-15T12:53:38.769" v="73" actId="1076"/>
          <ac:spMkLst>
            <pc:docMk/>
            <pc:sldMk cId="3913736611" sldId="263"/>
            <ac:spMk id="3" creationId="{59832612-DCBA-19A3-63BD-0DA3F11DB300}"/>
          </ac:spMkLst>
        </pc:spChg>
        <pc:picChg chg="add del mod ord">
          <ac:chgData name="Guest User" userId="S::urn:spo:anon#d752679cb7c69f568ab34b5efa3877e77117b2c99e111a33e12a8688631fc323::" providerId="AD" clId="Web-{FD01020B-0552-8214-0E8D-5E4806C96771}" dt="2024-10-15T12:52:28.142" v="34"/>
          <ac:picMkLst>
            <pc:docMk/>
            <pc:sldMk cId="3913736611" sldId="263"/>
            <ac:picMk id="5" creationId="{F80AF329-6E70-98ED-C8A9-28D8DAC3978F}"/>
          </ac:picMkLst>
        </pc:picChg>
        <pc:picChg chg="add mod">
          <ac:chgData name="Guest User" userId="S::urn:spo:anon#d752679cb7c69f568ab34b5efa3877e77117b2c99e111a33e12a8688631fc323::" providerId="AD" clId="Web-{FD01020B-0552-8214-0E8D-5E4806C96771}" dt="2024-10-15T12:53:35.878" v="72" actId="1076"/>
          <ac:picMkLst>
            <pc:docMk/>
            <pc:sldMk cId="3913736611" sldId="263"/>
            <ac:picMk id="6" creationId="{916EA863-4B54-8BB8-2745-2DD7A32B4409}"/>
          </ac:picMkLst>
        </pc:picChg>
      </pc:sldChg>
    </pc:docChg>
  </pc:docChgLst>
  <pc:docChgLst>
    <pc:chgData name="Gabriel Himmelein" userId="S::22166413@student.westernsydney.edu.au::65b3d922-2394-47a2-9631-fe39f6dcf5f7" providerId="AD" clId="Web-{D0A9D8C4-1DB9-0DDD-4FF9-D5CA8C3C6FE9}"/>
    <pc:docChg chg="modSld">
      <pc:chgData name="Gabriel Himmelein" userId="S::22166413@student.westernsydney.edu.au::65b3d922-2394-47a2-9631-fe39f6dcf5f7" providerId="AD" clId="Web-{D0A9D8C4-1DB9-0DDD-4FF9-D5CA8C3C6FE9}" dt="2024-10-16T01:10:08.866" v="39" actId="20577"/>
      <pc:docMkLst>
        <pc:docMk/>
      </pc:docMkLst>
      <pc:sldChg chg="modSp">
        <pc:chgData name="Gabriel Himmelein" userId="S::22166413@student.westernsydney.edu.au::65b3d922-2394-47a2-9631-fe39f6dcf5f7" providerId="AD" clId="Web-{D0A9D8C4-1DB9-0DDD-4FF9-D5CA8C3C6FE9}" dt="2024-10-16T01:10:08.866" v="39" actId="20577"/>
        <pc:sldMkLst>
          <pc:docMk/>
          <pc:sldMk cId="1577499883" sldId="256"/>
        </pc:sldMkLst>
        <pc:spChg chg="mod">
          <ac:chgData name="Gabriel Himmelein" userId="S::22166413@student.westernsydney.edu.au::65b3d922-2394-47a2-9631-fe39f6dcf5f7" providerId="AD" clId="Web-{D0A9D8C4-1DB9-0DDD-4FF9-D5CA8C3C6FE9}" dt="2024-10-16T00:16:51.698" v="36" actId="20577"/>
          <ac:spMkLst>
            <pc:docMk/>
            <pc:sldMk cId="1577499883" sldId="256"/>
            <ac:spMk id="2" creationId="{00000000-0000-0000-0000-000000000000}"/>
          </ac:spMkLst>
        </pc:spChg>
        <pc:spChg chg="mod">
          <ac:chgData name="Gabriel Himmelein" userId="S::22166413@student.westernsydney.edu.au::65b3d922-2394-47a2-9631-fe39f6dcf5f7" providerId="AD" clId="Web-{D0A9D8C4-1DB9-0DDD-4FF9-D5CA8C3C6FE9}" dt="2024-10-16T01:10:08.866" v="39" actId="20577"/>
          <ac:spMkLst>
            <pc:docMk/>
            <pc:sldMk cId="1577499883" sldId="256"/>
            <ac:spMk id="3" creationId="{00000000-0000-0000-0000-000000000000}"/>
          </ac:spMkLst>
        </pc:spChg>
      </pc:sldChg>
    </pc:docChg>
  </pc:docChgLst>
  <pc:docChgLst>
    <pc:chgData name="Guest User" userId="S::urn:spo:anon#d752679cb7c69f568ab34b5efa3877e77117b2c99e111a33e12a8688631fc323::" providerId="AD" clId="Web-{3F60E93B-8514-6412-2BB7-4BA33F94FB52}"/>
    <pc:docChg chg="addSld delSld modSld">
      <pc:chgData name="Guest User" userId="S::urn:spo:anon#d752679cb7c69f568ab34b5efa3877e77117b2c99e111a33e12a8688631fc323::" providerId="AD" clId="Web-{3F60E93B-8514-6412-2BB7-4BA33F94FB52}" dt="2024-10-16T01:48:41.494" v="142"/>
      <pc:docMkLst>
        <pc:docMk/>
      </pc:docMkLst>
      <pc:sldChg chg="modSp add">
        <pc:chgData name="Guest User" userId="S::urn:spo:anon#d752679cb7c69f568ab34b5efa3877e77117b2c99e111a33e12a8688631fc323::" providerId="AD" clId="Web-{3F60E93B-8514-6412-2BB7-4BA33F94FB52}" dt="2024-10-16T00:17:38.199" v="83" actId="1076"/>
        <pc:sldMkLst>
          <pc:docMk/>
          <pc:sldMk cId="196717223" sldId="258"/>
        </pc:sldMkLst>
        <pc:spChg chg="mod">
          <ac:chgData name="Guest User" userId="S::urn:spo:anon#d752679cb7c69f568ab34b5efa3877e77117b2c99e111a33e12a8688631fc323::" providerId="AD" clId="Web-{3F60E93B-8514-6412-2BB7-4BA33F94FB52}" dt="2024-10-16T00:17:38.199" v="83" actId="1076"/>
          <ac:spMkLst>
            <pc:docMk/>
            <pc:sldMk cId="196717223" sldId="258"/>
            <ac:spMk id="2" creationId="{DBBFCBEC-F08D-4F2A-0FC4-BC7247BA9149}"/>
          </ac:spMkLst>
        </pc:spChg>
        <pc:graphicFrameChg chg="mod modGraphic">
          <ac:chgData name="Guest User" userId="S::urn:spo:anon#d752679cb7c69f568ab34b5efa3877e77117b2c99e111a33e12a8688631fc323::" providerId="AD" clId="Web-{3F60E93B-8514-6412-2BB7-4BA33F94FB52}" dt="2024-10-16T00:09:24.061" v="10"/>
          <ac:graphicFrameMkLst>
            <pc:docMk/>
            <pc:sldMk cId="196717223" sldId="258"/>
            <ac:graphicFrameMk id="4" creationId="{F12DBC29-22E7-6E11-C985-4D51FA1F4DBA}"/>
          </ac:graphicFrameMkLst>
        </pc:graphicFrameChg>
        <pc:graphicFrameChg chg="mod modGraphic">
          <ac:chgData name="Guest User" userId="S::urn:spo:anon#d752679cb7c69f568ab34b5efa3877e77117b2c99e111a33e12a8688631fc323::" providerId="AD" clId="Web-{3F60E93B-8514-6412-2BB7-4BA33F94FB52}" dt="2024-10-16T00:09:28.983" v="11"/>
          <ac:graphicFrameMkLst>
            <pc:docMk/>
            <pc:sldMk cId="196717223" sldId="258"/>
            <ac:graphicFrameMk id="5" creationId="{B2AF0DBF-7468-8090-D600-51985DA17D7D}"/>
          </ac:graphicFrameMkLst>
        </pc:graphicFrameChg>
      </pc:sldChg>
      <pc:sldChg chg="addSp delSp modSp">
        <pc:chgData name="Guest User" userId="S::urn:spo:anon#d752679cb7c69f568ab34b5efa3877e77117b2c99e111a33e12a8688631fc323::" providerId="AD" clId="Web-{3F60E93B-8514-6412-2BB7-4BA33F94FB52}" dt="2024-10-16T00:08:36.622" v="7"/>
        <pc:sldMkLst>
          <pc:docMk/>
          <pc:sldMk cId="32187474" sldId="262"/>
        </pc:sldMkLst>
        <pc:picChg chg="add del mod">
          <ac:chgData name="Guest User" userId="S::urn:spo:anon#d752679cb7c69f568ab34b5efa3877e77117b2c99e111a33e12a8688631fc323::" providerId="AD" clId="Web-{3F60E93B-8514-6412-2BB7-4BA33F94FB52}" dt="2024-10-16T00:08:36.622" v="7"/>
          <ac:picMkLst>
            <pc:docMk/>
            <pc:sldMk cId="32187474" sldId="262"/>
            <ac:picMk id="16" creationId="{67E36BE5-1B42-71EA-EFCC-600420F43AEE}"/>
          </ac:picMkLst>
        </pc:picChg>
        <pc:picChg chg="add del mod">
          <ac:chgData name="Guest User" userId="S::urn:spo:anon#d752679cb7c69f568ab34b5efa3877e77117b2c99e111a33e12a8688631fc323::" providerId="AD" clId="Web-{3F60E93B-8514-6412-2BB7-4BA33F94FB52}" dt="2024-10-16T00:08:32.966" v="6"/>
          <ac:picMkLst>
            <pc:docMk/>
            <pc:sldMk cId="32187474" sldId="262"/>
            <ac:picMk id="18" creationId="{1498838A-3441-7EFA-1E65-0ECCF8B2B8E7}"/>
          </ac:picMkLst>
        </pc:picChg>
        <pc:picChg chg="add del mod">
          <ac:chgData name="Guest User" userId="S::urn:spo:anon#d752679cb7c69f568ab34b5efa3877e77117b2c99e111a33e12a8688631fc323::" providerId="AD" clId="Web-{3F60E93B-8514-6412-2BB7-4BA33F94FB52}" dt="2024-10-16T00:08:31.482" v="5"/>
          <ac:picMkLst>
            <pc:docMk/>
            <pc:sldMk cId="32187474" sldId="262"/>
            <ac:picMk id="19" creationId="{5AAB00BC-8897-F928-F37F-5E9379FE6628}"/>
          </ac:picMkLst>
        </pc:picChg>
      </pc:sldChg>
      <pc:sldChg chg="new del">
        <pc:chgData name="Guest User" userId="S::urn:spo:anon#d752679cb7c69f568ab34b5efa3877e77117b2c99e111a33e12a8688631fc323::" providerId="AD" clId="Web-{3F60E93B-8514-6412-2BB7-4BA33F94FB52}" dt="2024-10-16T00:08:30.185" v="4"/>
        <pc:sldMkLst>
          <pc:docMk/>
          <pc:sldMk cId="2068732392" sldId="264"/>
        </pc:sldMkLst>
      </pc:sldChg>
      <pc:sldChg chg="new del">
        <pc:chgData name="Guest User" userId="S::urn:spo:anon#d752679cb7c69f568ab34b5efa3877e77117b2c99e111a33e12a8688631fc323::" providerId="AD" clId="Web-{3F60E93B-8514-6412-2BB7-4BA33F94FB52}" dt="2024-10-16T00:11:23.486" v="17"/>
        <pc:sldMkLst>
          <pc:docMk/>
          <pc:sldMk cId="2874289825" sldId="264"/>
        </pc:sldMkLst>
      </pc:sldChg>
      <pc:sldChg chg="new del">
        <pc:chgData name="Guest User" userId="S::urn:spo:anon#d752679cb7c69f568ab34b5efa3877e77117b2c99e111a33e12a8688631fc323::" providerId="AD" clId="Web-{3F60E93B-8514-6412-2BB7-4BA33F94FB52}" dt="2024-10-16T00:11:21.752" v="16"/>
        <pc:sldMkLst>
          <pc:docMk/>
          <pc:sldMk cId="3180609159" sldId="265"/>
        </pc:sldMkLst>
      </pc:sldChg>
      <pc:sldChg chg="modSp add modNotes">
        <pc:chgData name="Guest User" userId="S::urn:spo:anon#d752679cb7c69f568ab34b5efa3877e77117b2c99e111a33e12a8688631fc323::" providerId="AD" clId="Web-{3F60E93B-8514-6412-2BB7-4BA33F94FB52}" dt="2024-10-16T01:48:25.665" v="123"/>
        <pc:sldMkLst>
          <pc:docMk/>
          <pc:sldMk cId="3800733216" sldId="266"/>
        </pc:sldMkLst>
        <pc:spChg chg="mod">
          <ac:chgData name="Guest User" userId="S::urn:spo:anon#d752679cb7c69f568ab34b5efa3877e77117b2c99e111a33e12a8688631fc323::" providerId="AD" clId="Web-{3F60E93B-8514-6412-2BB7-4BA33F94FB52}" dt="2024-10-16T01:37:42.178" v="105" actId="20577"/>
          <ac:spMkLst>
            <pc:docMk/>
            <pc:sldMk cId="3800733216" sldId="266"/>
            <ac:spMk id="2" creationId="{AA15C843-A553-DE29-DA53-C0FD9812D06A}"/>
          </ac:spMkLst>
        </pc:spChg>
      </pc:sldChg>
      <pc:sldChg chg="new del">
        <pc:chgData name="Guest User" userId="S::urn:spo:anon#d752679cb7c69f568ab34b5efa3877e77117b2c99e111a33e12a8688631fc323::" providerId="AD" clId="Web-{3F60E93B-8514-6412-2BB7-4BA33F94FB52}" dt="2024-10-16T00:11:38.424" v="20"/>
        <pc:sldMkLst>
          <pc:docMk/>
          <pc:sldMk cId="139940370" sldId="267"/>
        </pc:sldMkLst>
      </pc:sldChg>
      <pc:sldChg chg="new del">
        <pc:chgData name="Guest User" userId="S::urn:spo:anon#d752679cb7c69f568ab34b5efa3877e77117b2c99e111a33e12a8688631fc323::" providerId="AD" clId="Web-{3F60E93B-8514-6412-2BB7-4BA33F94FB52}" dt="2024-10-16T00:11:19.877" v="15"/>
        <pc:sldMkLst>
          <pc:docMk/>
          <pc:sldMk cId="227726624" sldId="267"/>
        </pc:sldMkLst>
      </pc:sldChg>
      <pc:sldChg chg="modSp add modNotes">
        <pc:chgData name="Guest User" userId="S::urn:spo:anon#d752679cb7c69f568ab34b5efa3877e77117b2c99e111a33e12a8688631fc323::" providerId="AD" clId="Web-{3F60E93B-8514-6412-2BB7-4BA33F94FB52}" dt="2024-10-16T01:48:41.494" v="142"/>
        <pc:sldMkLst>
          <pc:docMk/>
          <pc:sldMk cId="61543550" sldId="268"/>
        </pc:sldMkLst>
        <pc:spChg chg="mod">
          <ac:chgData name="Guest User" userId="S::urn:spo:anon#d752679cb7c69f568ab34b5efa3877e77117b2c99e111a33e12a8688631fc323::" providerId="AD" clId="Web-{3F60E93B-8514-6412-2BB7-4BA33F94FB52}" dt="2024-10-16T01:37:56.851" v="119" actId="20577"/>
          <ac:spMkLst>
            <pc:docMk/>
            <pc:sldMk cId="61543550" sldId="268"/>
            <ac:spMk id="2" creationId="{0F10543B-4804-E078-E8E5-1B9512F1AF7A}"/>
          </ac:spMkLst>
        </pc:spChg>
      </pc:sldChg>
      <pc:sldChg chg="new del">
        <pc:chgData name="Guest User" userId="S::urn:spo:anon#d752679cb7c69f568ab34b5efa3877e77117b2c99e111a33e12a8688631fc323::" providerId="AD" clId="Web-{3F60E93B-8514-6412-2BB7-4BA33F94FB52}" dt="2024-10-16T00:12:07.722" v="23"/>
        <pc:sldMkLst>
          <pc:docMk/>
          <pc:sldMk cId="1261900295" sldId="269"/>
        </pc:sldMkLst>
      </pc:sldChg>
      <pc:sldChg chg="add">
        <pc:chgData name="Guest User" userId="S::urn:spo:anon#d752679cb7c69f568ab34b5efa3877e77117b2c99e111a33e12a8688631fc323::" providerId="AD" clId="Web-{3F60E93B-8514-6412-2BB7-4BA33F94FB52}" dt="2024-10-16T00:12:04.097" v="22"/>
        <pc:sldMkLst>
          <pc:docMk/>
          <pc:sldMk cId="4135999221" sldId="270"/>
        </pc:sldMkLst>
      </pc:sldChg>
      <pc:sldChg chg="new del">
        <pc:chgData name="Guest User" userId="S::urn:spo:anon#d752679cb7c69f568ab34b5efa3877e77117b2c99e111a33e12a8688631fc323::" providerId="AD" clId="Web-{3F60E93B-8514-6412-2BB7-4BA33F94FB52}" dt="2024-10-16T00:12:45.520" v="26"/>
        <pc:sldMkLst>
          <pc:docMk/>
          <pc:sldMk cId="2707313569" sldId="271"/>
        </pc:sldMkLst>
      </pc:sldChg>
      <pc:sldChg chg="add del">
        <pc:chgData name="Guest User" userId="S::urn:spo:anon#d752679cb7c69f568ab34b5efa3877e77117b2c99e111a33e12a8688631fc323::" providerId="AD" clId="Web-{3F60E93B-8514-6412-2BB7-4BA33F94FB52}" dt="2024-10-16T00:14:29.819" v="47"/>
        <pc:sldMkLst>
          <pc:docMk/>
          <pc:sldMk cId="424348539" sldId="272"/>
        </pc:sldMkLst>
      </pc:sldChg>
      <pc:sldChg chg="addSp modSp new modNotes">
        <pc:chgData name="Guest User" userId="S::urn:spo:anon#d752679cb7c69f568ab34b5efa3877e77117b2c99e111a33e12a8688631fc323::" providerId="AD" clId="Web-{3F60E93B-8514-6412-2BB7-4BA33F94FB52}" dt="2024-10-16T00:19:02.124" v="85"/>
        <pc:sldMkLst>
          <pc:docMk/>
          <pc:sldMk cId="2704370209" sldId="273"/>
        </pc:sldMkLst>
        <pc:spChg chg="mod">
          <ac:chgData name="Guest User" userId="S::urn:spo:anon#d752679cb7c69f568ab34b5efa3877e77117b2c99e111a33e12a8688631fc323::" providerId="AD" clId="Web-{3F60E93B-8514-6412-2BB7-4BA33F94FB52}" dt="2024-10-16T00:14:26.694" v="46" actId="20577"/>
          <ac:spMkLst>
            <pc:docMk/>
            <pc:sldMk cId="2704370209" sldId="273"/>
            <ac:spMk id="2" creationId="{38E71438-E596-AE42-6657-5AD7AA398E3D}"/>
          </ac:spMkLst>
        </pc:spChg>
        <pc:picChg chg="add mod">
          <ac:chgData name="Guest User" userId="S::urn:spo:anon#d752679cb7c69f568ab34b5efa3877e77117b2c99e111a33e12a8688631fc323::" providerId="AD" clId="Web-{3F60E93B-8514-6412-2BB7-4BA33F94FB52}" dt="2024-10-16T00:14:11.913" v="33" actId="14100"/>
          <ac:picMkLst>
            <pc:docMk/>
            <pc:sldMk cId="2704370209" sldId="273"/>
            <ac:picMk id="6" creationId="{C488371D-1C28-FCF6-0496-0E3C34B30565}"/>
          </ac:picMkLst>
        </pc:picChg>
      </pc:sldChg>
      <pc:sldChg chg="new del">
        <pc:chgData name="Guest User" userId="S::urn:spo:anon#d752679cb7c69f568ab34b5efa3877e77117b2c99e111a33e12a8688631fc323::" providerId="AD" clId="Web-{3F60E93B-8514-6412-2BB7-4BA33F94FB52}" dt="2024-10-16T00:19:03.280" v="86"/>
        <pc:sldMkLst>
          <pc:docMk/>
          <pc:sldMk cId="1450539679" sldId="274"/>
        </pc:sldMkLst>
      </pc:sldChg>
      <pc:sldChg chg="addSp delSp modSp new del">
        <pc:chgData name="Guest User" userId="S::urn:spo:anon#d752679cb7c69f568ab34b5efa3877e77117b2c99e111a33e12a8688631fc323::" providerId="AD" clId="Web-{3F60E93B-8514-6412-2BB7-4BA33F94FB52}" dt="2024-10-16T01:28:29.429" v="90"/>
        <pc:sldMkLst>
          <pc:docMk/>
          <pc:sldMk cId="2584938209" sldId="274"/>
        </pc:sldMkLst>
        <pc:spChg chg="del">
          <ac:chgData name="Guest User" userId="S::urn:spo:anon#d752679cb7c69f568ab34b5efa3877e77117b2c99e111a33e12a8688631fc323::" providerId="AD" clId="Web-{3F60E93B-8514-6412-2BB7-4BA33F94FB52}" dt="2024-10-16T01:26:55.582" v="88"/>
          <ac:spMkLst>
            <pc:docMk/>
            <pc:sldMk cId="2584938209" sldId="274"/>
            <ac:spMk id="3" creationId="{EFE49F45-158C-B928-2B78-BD3F7F4AED7D}"/>
          </ac:spMkLst>
        </pc:spChg>
        <pc:spChg chg="add mod">
          <ac:chgData name="Guest User" userId="S::urn:spo:anon#d752679cb7c69f568ab34b5efa3877e77117b2c99e111a33e12a8688631fc323::" providerId="AD" clId="Web-{3F60E93B-8514-6412-2BB7-4BA33F94FB52}" dt="2024-10-16T01:27:02.379" v="89"/>
          <ac:spMkLst>
            <pc:docMk/>
            <pc:sldMk cId="2584938209" sldId="274"/>
            <ac:spMk id="7" creationId="{5A308CBD-C0E8-1567-1A6C-781CCD192B15}"/>
          </ac:spMkLst>
        </pc:spChg>
        <pc:picChg chg="add del mod ord">
          <ac:chgData name="Guest User" userId="S::urn:spo:anon#d752679cb7c69f568ab34b5efa3877e77117b2c99e111a33e12a8688631fc323::" providerId="AD" clId="Web-{3F60E93B-8514-6412-2BB7-4BA33F94FB52}" dt="2024-10-16T01:27:02.379" v="89"/>
          <ac:picMkLst>
            <pc:docMk/>
            <pc:sldMk cId="2584938209" sldId="274"/>
            <ac:picMk id="5" creationId="{9349BC06-DF2D-B1C7-18EA-8F2FD1E89608}"/>
          </ac:picMkLst>
        </pc:picChg>
      </pc:sldChg>
      <pc:sldChg chg="addSp delSp modSp new del">
        <pc:chgData name="Guest User" userId="S::urn:spo:anon#d752679cb7c69f568ab34b5efa3877e77117b2c99e111a33e12a8688631fc323::" providerId="AD" clId="Web-{3F60E93B-8514-6412-2BB7-4BA33F94FB52}" dt="2024-10-16T00:16:02.884" v="53"/>
        <pc:sldMkLst>
          <pc:docMk/>
          <pc:sldMk cId="2259701110" sldId="275"/>
        </pc:sldMkLst>
        <pc:spChg chg="add del">
          <ac:chgData name="Guest User" userId="S::urn:spo:anon#d752679cb7c69f568ab34b5efa3877e77117b2c99e111a33e12a8688631fc323::" providerId="AD" clId="Web-{3F60E93B-8514-6412-2BB7-4BA33F94FB52}" dt="2024-10-16T00:15:50.712" v="52"/>
          <ac:spMkLst>
            <pc:docMk/>
            <pc:sldMk cId="2259701110" sldId="275"/>
            <ac:spMk id="4" creationId="{BD8EB0E2-5CB1-0F3E-66D7-87CCEA75AE33}"/>
          </ac:spMkLst>
        </pc:spChg>
        <pc:picChg chg="add del mod ord">
          <ac:chgData name="Guest User" userId="S::urn:spo:anon#d752679cb7c69f568ab34b5efa3877e77117b2c99e111a33e12a8688631fc323::" providerId="AD" clId="Web-{3F60E93B-8514-6412-2BB7-4BA33F94FB52}" dt="2024-10-16T00:15:41.462" v="51"/>
          <ac:picMkLst>
            <pc:docMk/>
            <pc:sldMk cId="2259701110" sldId="275"/>
            <ac:picMk id="6" creationId="{FEFABB63-C108-7AFB-D832-587B5412629A}"/>
          </ac:picMkLst>
        </pc:picChg>
        <pc:picChg chg="add mod ord">
          <ac:chgData name="Guest User" userId="S::urn:spo:anon#d752679cb7c69f568ab34b5efa3877e77117b2c99e111a33e12a8688631fc323::" providerId="AD" clId="Web-{3F60E93B-8514-6412-2BB7-4BA33F94FB52}" dt="2024-10-16T00:15:50.712" v="52"/>
          <ac:picMkLst>
            <pc:docMk/>
            <pc:sldMk cId="2259701110" sldId="275"/>
            <ac:picMk id="7" creationId="{02DFA182-86B5-389A-E567-99B64035DF9C}"/>
          </ac:picMkLst>
        </pc:picChg>
      </pc:sldChg>
    </pc:docChg>
  </pc:docChgLst>
  <pc:docChgLst>
    <pc:chgData name="Tom Finke" userId="S::22166511@student.westernsydney.edu.au::e8e24d62-6e73-4f48-8276-9f679a6e1cb6" providerId="AD" clId="Web-{5FD46D1B-351E-A897-2B85-09253CE18DA5}"/>
    <pc:docChg chg="modSld">
      <pc:chgData name="Tom Finke" userId="S::22166511@student.westernsydney.edu.au::e8e24d62-6e73-4f48-8276-9f679a6e1cb6" providerId="AD" clId="Web-{5FD46D1B-351E-A897-2B85-09253CE18DA5}" dt="2024-10-16T02:01:45.687" v="3"/>
      <pc:docMkLst>
        <pc:docMk/>
      </pc:docMkLst>
      <pc:sldChg chg="delAnim modAnim">
        <pc:chgData name="Tom Finke" userId="S::22166511@student.westernsydney.edu.au::e8e24d62-6e73-4f48-8276-9f679a6e1cb6" providerId="AD" clId="Web-{5FD46D1B-351E-A897-2B85-09253CE18DA5}" dt="2024-10-16T02:01:45.687" v="3"/>
        <pc:sldMkLst>
          <pc:docMk/>
          <pc:sldMk cId="32187474" sldId="262"/>
        </pc:sldMkLst>
      </pc:sldChg>
    </pc:docChg>
  </pc:docChgLst>
  <pc:docChgLst>
    <pc:chgData name="Tom Finke" userId="S::22166511@student.westernsydney.edu.au::e8e24d62-6e73-4f48-8276-9f679a6e1cb6" providerId="AD" clId="Web-{2E872C27-A7A1-A647-5D86-B12886E33586}"/>
    <pc:docChg chg="modSld">
      <pc:chgData name="Tom Finke" userId="S::22166511@student.westernsydney.edu.au::e8e24d62-6e73-4f48-8276-9f679a6e1cb6" providerId="AD" clId="Web-{2E872C27-A7A1-A647-5D86-B12886E33586}" dt="2024-10-16T01:45:49.022" v="1" actId="20577"/>
      <pc:docMkLst>
        <pc:docMk/>
      </pc:docMkLst>
      <pc:sldChg chg="modSp">
        <pc:chgData name="Tom Finke" userId="S::22166511@student.westernsydney.edu.au::e8e24d62-6e73-4f48-8276-9f679a6e1cb6" providerId="AD" clId="Web-{2E872C27-A7A1-A647-5D86-B12886E33586}" dt="2024-10-16T01:45:49.022" v="1" actId="20577"/>
        <pc:sldMkLst>
          <pc:docMk/>
          <pc:sldMk cId="1577499883" sldId="256"/>
        </pc:sldMkLst>
        <pc:spChg chg="mod">
          <ac:chgData name="Tom Finke" userId="S::22166511@student.westernsydney.edu.au::e8e24d62-6e73-4f48-8276-9f679a6e1cb6" providerId="AD" clId="Web-{2E872C27-A7A1-A647-5D86-B12886E33586}" dt="2024-10-16T01:45:49.022" v="1" actId="20577"/>
          <ac:spMkLst>
            <pc:docMk/>
            <pc:sldMk cId="1577499883" sldId="256"/>
            <ac:spMk id="3" creationId="{00000000-0000-0000-0000-000000000000}"/>
          </ac:spMkLst>
        </pc:spChg>
      </pc:sldChg>
    </pc:docChg>
  </pc:docChgLst>
  <pc:docChgLst>
    <pc:chgData name="Guest User" userId="S::urn:spo:anon#2a5e35b95e66fe78b98f005495887dc502a300d5ccd1bb604e84fa0805335465::" providerId="AD" clId="Web-{7C2C582E-F2D5-227A-DEFC-9345484DC684}"/>
    <pc:docChg chg="modSld">
      <pc:chgData name="Guest User" userId="S::urn:spo:anon#2a5e35b95e66fe78b98f005495887dc502a300d5ccd1bb604e84fa0805335465::" providerId="AD" clId="Web-{7C2C582E-F2D5-227A-DEFC-9345484DC684}" dt="2024-10-15T02:30:21.749" v="63" actId="20577"/>
      <pc:docMkLst>
        <pc:docMk/>
      </pc:docMkLst>
      <pc:sldChg chg="delSp modSp">
        <pc:chgData name="Guest User" userId="S::urn:spo:anon#2a5e35b95e66fe78b98f005495887dc502a300d5ccd1bb604e84fa0805335465::" providerId="AD" clId="Web-{7C2C582E-F2D5-227A-DEFC-9345484DC684}" dt="2024-10-15T02:30:21.749" v="63" actId="20577"/>
        <pc:sldMkLst>
          <pc:docMk/>
          <pc:sldMk cId="2289657061" sldId="260"/>
        </pc:sldMkLst>
        <pc:spChg chg="mod">
          <ac:chgData name="Guest User" userId="S::urn:spo:anon#2a5e35b95e66fe78b98f005495887dc502a300d5ccd1bb604e84fa0805335465::" providerId="AD" clId="Web-{7C2C582E-F2D5-227A-DEFC-9345484DC684}" dt="2024-10-15T02:30:21.749" v="63" actId="20577"/>
          <ac:spMkLst>
            <pc:docMk/>
            <pc:sldMk cId="2289657061" sldId="260"/>
            <ac:spMk id="10" creationId="{82EE03B0-3F8D-8021-815C-320838E62B05}"/>
          </ac:spMkLst>
        </pc:spChg>
        <pc:spChg chg="mod">
          <ac:chgData name="Guest User" userId="S::urn:spo:anon#2a5e35b95e66fe78b98f005495887dc502a300d5ccd1bb604e84fa0805335465::" providerId="AD" clId="Web-{7C2C582E-F2D5-227A-DEFC-9345484DC684}" dt="2024-10-15T01:11:50.902" v="46" actId="20577"/>
          <ac:spMkLst>
            <pc:docMk/>
            <pc:sldMk cId="2289657061" sldId="260"/>
            <ac:spMk id="14" creationId="{DBA33D6B-45F7-C523-4CA1-F7378542A6C5}"/>
          </ac:spMkLst>
        </pc:spChg>
        <pc:spChg chg="mod">
          <ac:chgData name="Guest User" userId="S::urn:spo:anon#2a5e35b95e66fe78b98f005495887dc502a300d5ccd1bb604e84fa0805335465::" providerId="AD" clId="Web-{7C2C582E-F2D5-227A-DEFC-9345484DC684}" dt="2024-10-15T01:12:12.777" v="48" actId="20577"/>
          <ac:spMkLst>
            <pc:docMk/>
            <pc:sldMk cId="2289657061" sldId="260"/>
            <ac:spMk id="18" creationId="{FAE8F0DA-C418-C739-E85E-CE9C0CC284B6}"/>
          </ac:spMkLst>
        </pc:spChg>
        <pc:grpChg chg="mod">
          <ac:chgData name="Guest User" userId="S::urn:spo:anon#2a5e35b95e66fe78b98f005495887dc502a300d5ccd1bb604e84fa0805335465::" providerId="AD" clId="Web-{7C2C582E-F2D5-227A-DEFC-9345484DC684}" dt="2024-10-15T01:12:23.293" v="56" actId="1076"/>
          <ac:grpSpMkLst>
            <pc:docMk/>
            <pc:sldMk cId="2289657061" sldId="260"/>
            <ac:grpSpMk id="4" creationId="{98DC2E02-09CD-D865-FF42-44628979A318}"/>
          </ac:grpSpMkLst>
        </pc:grpChg>
        <pc:grpChg chg="mod">
          <ac:chgData name="Guest User" userId="S::urn:spo:anon#2a5e35b95e66fe78b98f005495887dc502a300d5ccd1bb604e84fa0805335465::" providerId="AD" clId="Web-{7C2C582E-F2D5-227A-DEFC-9345484DC684}" dt="2024-10-15T01:12:26.465" v="58" actId="1076"/>
          <ac:grpSpMkLst>
            <pc:docMk/>
            <pc:sldMk cId="2289657061" sldId="260"/>
            <ac:grpSpMk id="5" creationId="{5A375976-D340-0691-49BA-C55E6A02B3A8}"/>
          </ac:grpSpMkLst>
        </pc:grpChg>
        <pc:grpChg chg="mod">
          <ac:chgData name="Guest User" userId="S::urn:spo:anon#2a5e35b95e66fe78b98f005495887dc502a300d5ccd1bb604e84fa0805335465::" providerId="AD" clId="Web-{7C2C582E-F2D5-227A-DEFC-9345484DC684}" dt="2024-10-15T01:12:29.044" v="61" actId="1076"/>
          <ac:grpSpMkLst>
            <pc:docMk/>
            <pc:sldMk cId="2289657061" sldId="260"/>
            <ac:grpSpMk id="6" creationId="{F5954A4F-D7E8-16E0-922C-385313A8ACEE}"/>
          </ac:grpSpMkLst>
        </pc:grpChg>
        <pc:grpChg chg="del">
          <ac:chgData name="Guest User" userId="S::urn:spo:anon#2a5e35b95e66fe78b98f005495887dc502a300d5ccd1bb604e84fa0805335465::" providerId="AD" clId="Web-{7C2C582E-F2D5-227A-DEFC-9345484DC684}" dt="2024-10-15T01:12:15.527" v="51"/>
          <ac:grpSpMkLst>
            <pc:docMk/>
            <pc:sldMk cId="2289657061" sldId="260"/>
            <ac:grpSpMk id="7" creationId="{372262AA-83CE-432C-0F1C-60E346EFAD34}"/>
          </ac:grpSpMkLst>
        </pc:grpChg>
        <pc:grpChg chg="del">
          <ac:chgData name="Guest User" userId="S::urn:spo:anon#2a5e35b95e66fe78b98f005495887dc502a300d5ccd1bb604e84fa0805335465::" providerId="AD" clId="Web-{7C2C582E-F2D5-227A-DEFC-9345484DC684}" dt="2024-10-15T01:12:15.527" v="50"/>
          <ac:grpSpMkLst>
            <pc:docMk/>
            <pc:sldMk cId="2289657061" sldId="260"/>
            <ac:grpSpMk id="20" creationId="{B3F129CA-33C2-4E9B-3C7C-7D26F3E7D02D}"/>
          </ac:grpSpMkLst>
        </pc:grpChg>
        <pc:picChg chg="mod">
          <ac:chgData name="Guest User" userId="S::urn:spo:anon#2a5e35b95e66fe78b98f005495887dc502a300d5ccd1bb604e84fa0805335465::" providerId="AD" clId="Web-{7C2C582E-F2D5-227A-DEFC-9345484DC684}" dt="2024-10-15T01:12:23.309" v="57" actId="1076"/>
          <ac:picMkLst>
            <pc:docMk/>
            <pc:sldMk cId="2289657061" sldId="260"/>
            <ac:picMk id="19" creationId="{9B14C78F-68A9-7CA9-FA69-D45DC49DC084}"/>
          </ac:picMkLst>
        </pc:picChg>
        <pc:picChg chg="mod">
          <ac:chgData name="Guest User" userId="S::urn:spo:anon#2a5e35b95e66fe78b98f005495887dc502a300d5ccd1bb604e84fa0805335465::" providerId="AD" clId="Web-{7C2C582E-F2D5-227A-DEFC-9345484DC684}" dt="2024-10-15T01:12:29.044" v="60" actId="1076"/>
          <ac:picMkLst>
            <pc:docMk/>
            <pc:sldMk cId="2289657061" sldId="260"/>
            <ac:picMk id="22" creationId="{F9F6EF15-79DE-57C8-AD20-049016AF3E55}"/>
          </ac:picMkLst>
        </pc:picChg>
        <pc:picChg chg="del">
          <ac:chgData name="Guest User" userId="S::urn:spo:anon#2a5e35b95e66fe78b98f005495887dc502a300d5ccd1bb604e84fa0805335465::" providerId="AD" clId="Web-{7C2C582E-F2D5-227A-DEFC-9345484DC684}" dt="2024-10-15T01:12:15.527" v="49"/>
          <ac:picMkLst>
            <pc:docMk/>
            <pc:sldMk cId="2289657061" sldId="260"/>
            <ac:picMk id="23" creationId="{D2F9B7E5-B464-5851-91E1-3C48C6108027}"/>
          </ac:picMkLst>
        </pc:picChg>
        <pc:picChg chg="mod">
          <ac:chgData name="Guest User" userId="S::urn:spo:anon#2a5e35b95e66fe78b98f005495887dc502a300d5ccd1bb604e84fa0805335465::" providerId="AD" clId="Web-{7C2C582E-F2D5-227A-DEFC-9345484DC684}" dt="2024-10-15T01:12:26.465" v="59" actId="1076"/>
          <ac:picMkLst>
            <pc:docMk/>
            <pc:sldMk cId="2289657061" sldId="260"/>
            <ac:picMk id="24" creationId="{FD5CD9D7-CD55-9A1C-6EDB-A6DF1ECC470E}"/>
          </ac:picMkLst>
        </pc:picChg>
      </pc:sldChg>
      <pc:sldChg chg="addSp modSp addAnim delAnim modAnim">
        <pc:chgData name="Guest User" userId="S::urn:spo:anon#2a5e35b95e66fe78b98f005495887dc502a300d5ccd1bb604e84fa0805335465::" providerId="AD" clId="Web-{7C2C582E-F2D5-227A-DEFC-9345484DC684}" dt="2024-10-15T01:02:42.330" v="44"/>
        <pc:sldMkLst>
          <pc:docMk/>
          <pc:sldMk cId="32187474" sldId="262"/>
        </pc:sldMkLst>
        <pc:picChg chg="add mod">
          <ac:chgData name="Guest User" userId="S::urn:spo:anon#2a5e35b95e66fe78b98f005495887dc502a300d5ccd1bb604e84fa0805335465::" providerId="AD" clId="Web-{7C2C582E-F2D5-227A-DEFC-9345484DC684}" dt="2024-10-15T00:54:11.042" v="17" actId="1076"/>
          <ac:picMkLst>
            <pc:docMk/>
            <pc:sldMk cId="32187474" sldId="262"/>
            <ac:picMk id="2" creationId="{3BE82867-5224-A36F-15BA-99BCF2A21F72}"/>
          </ac:picMkLst>
        </pc:picChg>
        <pc:picChg chg="add mod">
          <ac:chgData name="Guest User" userId="S::urn:spo:anon#2a5e35b95e66fe78b98f005495887dc502a300d5ccd1bb604e84fa0805335465::" providerId="AD" clId="Web-{7C2C582E-F2D5-227A-DEFC-9345484DC684}" dt="2024-10-15T00:54:32.074" v="25" actId="1076"/>
          <ac:picMkLst>
            <pc:docMk/>
            <pc:sldMk cId="32187474" sldId="262"/>
            <ac:picMk id="3" creationId="{E4FB99B9-9ED6-70BF-FCEE-396B3022BA97}"/>
          </ac:picMkLst>
        </pc:picChg>
        <pc:picChg chg="add mod">
          <ac:chgData name="Guest User" userId="S::urn:spo:anon#2a5e35b95e66fe78b98f005495887dc502a300d5ccd1bb604e84fa0805335465::" providerId="AD" clId="Web-{7C2C582E-F2D5-227A-DEFC-9345484DC684}" dt="2024-10-15T01:00:25.966" v="34" actId="1076"/>
          <ac:picMkLst>
            <pc:docMk/>
            <pc:sldMk cId="32187474" sldId="262"/>
            <ac:picMk id="5" creationId="{DEFC54CE-12D3-DC40-8A85-8186B4532405}"/>
          </ac:picMkLst>
        </pc:picChg>
        <pc:picChg chg="mod">
          <ac:chgData name="Guest User" userId="S::urn:spo:anon#2a5e35b95e66fe78b98f005495887dc502a300d5ccd1bb604e84fa0805335465::" providerId="AD" clId="Web-{7C2C582E-F2D5-227A-DEFC-9345484DC684}" dt="2024-10-15T00:52:57.726" v="5" actId="1076"/>
          <ac:picMkLst>
            <pc:docMk/>
            <pc:sldMk cId="32187474" sldId="262"/>
            <ac:picMk id="6" creationId="{AF00D4FA-BA0C-158B-BC82-671DFDBEE1A8}"/>
          </ac:picMkLst>
        </pc:picChg>
        <pc:picChg chg="mod">
          <ac:chgData name="Guest User" userId="S::urn:spo:anon#2a5e35b95e66fe78b98f005495887dc502a300d5ccd1bb604e84fa0805335465::" providerId="AD" clId="Web-{7C2C582E-F2D5-227A-DEFC-9345484DC684}" dt="2024-10-15T00:54:28.355" v="24" actId="1076"/>
          <ac:picMkLst>
            <pc:docMk/>
            <pc:sldMk cId="32187474" sldId="262"/>
            <ac:picMk id="8" creationId="{D204CD89-0F7E-3353-3EC2-06420FB6BF44}"/>
          </ac:picMkLst>
        </pc:picChg>
        <pc:picChg chg="mod">
          <ac:chgData name="Guest User" userId="S::urn:spo:anon#2a5e35b95e66fe78b98f005495887dc502a300d5ccd1bb604e84fa0805335465::" providerId="AD" clId="Web-{7C2C582E-F2D5-227A-DEFC-9345484DC684}" dt="2024-10-15T00:52:51.898" v="2" actId="1076"/>
          <ac:picMkLst>
            <pc:docMk/>
            <pc:sldMk cId="32187474" sldId="262"/>
            <ac:picMk id="10" creationId="{F167B371-3FFC-6672-5104-331025B65CC5}"/>
          </ac:picMkLst>
        </pc:picChg>
        <pc:picChg chg="add mod">
          <ac:chgData name="Guest User" userId="S::urn:spo:anon#2a5e35b95e66fe78b98f005495887dc502a300d5ccd1bb604e84fa0805335465::" providerId="AD" clId="Web-{7C2C582E-F2D5-227A-DEFC-9345484DC684}" dt="2024-10-15T00:54:12.073" v="18" actId="1076"/>
          <ac:picMkLst>
            <pc:docMk/>
            <pc:sldMk cId="32187474" sldId="262"/>
            <ac:picMk id="13" creationId="{2F80C36D-C388-9273-8959-8BB9F1DA6B16}"/>
          </ac:picMkLst>
        </pc:picChg>
        <pc:picChg chg="mod">
          <ac:chgData name="Guest User" userId="S::urn:spo:anon#2a5e35b95e66fe78b98f005495887dc502a300d5ccd1bb604e84fa0805335465::" providerId="AD" clId="Web-{7C2C582E-F2D5-227A-DEFC-9345484DC684}" dt="2024-10-15T00:54:23.855" v="22" actId="1076"/>
          <ac:picMkLst>
            <pc:docMk/>
            <pc:sldMk cId="32187474" sldId="262"/>
            <ac:picMk id="14" creationId="{70032E09-F482-9681-6AB5-C7A8325F5E6B}"/>
          </ac:picMkLst>
        </pc:picChg>
        <pc:picChg chg="add mod">
          <ac:chgData name="Guest User" userId="S::urn:spo:anon#2a5e35b95e66fe78b98f005495887dc502a300d5ccd1bb604e84fa0805335465::" providerId="AD" clId="Web-{7C2C582E-F2D5-227A-DEFC-9345484DC684}" dt="2024-10-15T00:54:26.355" v="23" actId="1076"/>
          <ac:picMkLst>
            <pc:docMk/>
            <pc:sldMk cId="32187474" sldId="262"/>
            <ac:picMk id="15" creationId="{A251ABA0-FCCA-C205-DBEC-DBA6D72E928B}"/>
          </ac:picMkLst>
        </pc:picChg>
      </pc:sldChg>
    </pc:docChg>
  </pc:docChgLst>
  <pc:docChgLst>
    <pc:chgData name="Gabriel Himmelein" userId="65b3d922-2394-47a2-9631-fe39f6dcf5f7" providerId="ADAL" clId="{179F7127-5D13-4C72-B03B-10C1B88B41A1}"/>
    <pc:docChg chg="undo custSel addSld delSld modSld">
      <pc:chgData name="Gabriel Himmelein" userId="65b3d922-2394-47a2-9631-fe39f6dcf5f7" providerId="ADAL" clId="{179F7127-5D13-4C72-B03B-10C1B88B41A1}" dt="2024-10-16T02:02:29.816" v="714" actId="1038"/>
      <pc:docMkLst>
        <pc:docMk/>
      </pc:docMkLst>
      <pc:sldChg chg="addSp delSp modSp mod">
        <pc:chgData name="Gabriel Himmelein" userId="65b3d922-2394-47a2-9631-fe39f6dcf5f7" providerId="ADAL" clId="{179F7127-5D13-4C72-B03B-10C1B88B41A1}" dt="2024-10-16T02:02:29.816" v="714" actId="1038"/>
        <pc:sldMkLst>
          <pc:docMk/>
          <pc:sldMk cId="2034826702" sldId="259"/>
        </pc:sldMkLst>
        <pc:spChg chg="mod">
          <ac:chgData name="Gabriel Himmelein" userId="65b3d922-2394-47a2-9631-fe39f6dcf5f7" providerId="ADAL" clId="{179F7127-5D13-4C72-B03B-10C1B88B41A1}" dt="2024-10-16T02:01:24.331" v="653" actId="1076"/>
          <ac:spMkLst>
            <pc:docMk/>
            <pc:sldMk cId="2034826702" sldId="259"/>
            <ac:spMk id="2" creationId="{CCE257D8-AC05-719A-E65D-F4C3A4941632}"/>
          </ac:spMkLst>
        </pc:spChg>
        <pc:spChg chg="mod">
          <ac:chgData name="Gabriel Himmelein" userId="65b3d922-2394-47a2-9631-fe39f6dcf5f7" providerId="ADAL" clId="{179F7127-5D13-4C72-B03B-10C1B88B41A1}" dt="2024-10-14T10:42:44.003" v="199" actId="20577"/>
          <ac:spMkLst>
            <pc:docMk/>
            <pc:sldMk cId="2034826702" sldId="259"/>
            <ac:spMk id="9" creationId="{0F05B432-F588-275F-68C8-F6E213F1212A}"/>
          </ac:spMkLst>
        </pc:spChg>
        <pc:spChg chg="mod">
          <ac:chgData name="Gabriel Himmelein" userId="65b3d922-2394-47a2-9631-fe39f6dcf5f7" providerId="ADAL" clId="{179F7127-5D13-4C72-B03B-10C1B88B41A1}" dt="2024-10-14T10:42:50.307" v="205" actId="1036"/>
          <ac:spMkLst>
            <pc:docMk/>
            <pc:sldMk cId="2034826702" sldId="259"/>
            <ac:spMk id="10" creationId="{82EE03B0-3F8D-8021-815C-320838E62B05}"/>
          </ac:spMkLst>
        </pc:spChg>
        <pc:spChg chg="mod">
          <ac:chgData name="Gabriel Himmelein" userId="65b3d922-2394-47a2-9631-fe39f6dcf5f7" providerId="ADAL" clId="{179F7127-5D13-4C72-B03B-10C1B88B41A1}" dt="2024-10-14T10:40:15.082" v="61" actId="164"/>
          <ac:spMkLst>
            <pc:docMk/>
            <pc:sldMk cId="2034826702" sldId="259"/>
            <ac:spMk id="11" creationId="{2847A211-A9AA-CF9C-4C2A-7E87DC700334}"/>
          </ac:spMkLst>
        </pc:spChg>
        <pc:spChg chg="mod">
          <ac:chgData name="Gabriel Himmelein" userId="65b3d922-2394-47a2-9631-fe39f6dcf5f7" providerId="ADAL" clId="{179F7127-5D13-4C72-B03B-10C1B88B41A1}" dt="2024-10-14T10:40:15.082" v="61" actId="164"/>
          <ac:spMkLst>
            <pc:docMk/>
            <pc:sldMk cId="2034826702" sldId="259"/>
            <ac:spMk id="12" creationId="{309AB3F2-95B1-169E-D388-41D9EC3753BE}"/>
          </ac:spMkLst>
        </pc:spChg>
        <pc:spChg chg="mod">
          <ac:chgData name="Gabriel Himmelein" userId="65b3d922-2394-47a2-9631-fe39f6dcf5f7" providerId="ADAL" clId="{179F7127-5D13-4C72-B03B-10C1B88B41A1}" dt="2024-10-14T10:40:18.044" v="62" actId="164"/>
          <ac:spMkLst>
            <pc:docMk/>
            <pc:sldMk cId="2034826702" sldId="259"/>
            <ac:spMk id="13" creationId="{4C1BD929-E816-49CE-CB0D-B9EF48FC23B7}"/>
          </ac:spMkLst>
        </pc:spChg>
        <pc:spChg chg="mod">
          <ac:chgData name="Gabriel Himmelein" userId="65b3d922-2394-47a2-9631-fe39f6dcf5f7" providerId="ADAL" clId="{179F7127-5D13-4C72-B03B-10C1B88B41A1}" dt="2024-10-15T02:56:57.943" v="209" actId="14100"/>
          <ac:spMkLst>
            <pc:docMk/>
            <pc:sldMk cId="2034826702" sldId="259"/>
            <ac:spMk id="14" creationId="{DBA33D6B-45F7-C523-4CA1-F7378542A6C5}"/>
          </ac:spMkLst>
        </pc:spChg>
        <pc:spChg chg="mod">
          <ac:chgData name="Gabriel Himmelein" userId="65b3d922-2394-47a2-9631-fe39f6dcf5f7" providerId="ADAL" clId="{179F7127-5D13-4C72-B03B-10C1B88B41A1}" dt="2024-10-14T10:40:20.870" v="63" actId="164"/>
          <ac:spMkLst>
            <pc:docMk/>
            <pc:sldMk cId="2034826702" sldId="259"/>
            <ac:spMk id="15" creationId="{E99B1BB7-3153-1FD2-E036-0A31960E4BF0}"/>
          </ac:spMkLst>
        </pc:spChg>
        <pc:spChg chg="mod">
          <ac:chgData name="Gabriel Himmelein" userId="65b3d922-2394-47a2-9631-fe39f6dcf5f7" providerId="ADAL" clId="{179F7127-5D13-4C72-B03B-10C1B88B41A1}" dt="2024-10-14T10:40:20.870" v="63" actId="164"/>
          <ac:spMkLst>
            <pc:docMk/>
            <pc:sldMk cId="2034826702" sldId="259"/>
            <ac:spMk id="16" creationId="{8EDA0768-765A-4E55-468A-D0A759600172}"/>
          </ac:spMkLst>
        </pc:spChg>
        <pc:spChg chg="mod">
          <ac:chgData name="Gabriel Himmelein" userId="65b3d922-2394-47a2-9631-fe39f6dcf5f7" providerId="ADAL" clId="{179F7127-5D13-4C72-B03B-10C1B88B41A1}" dt="2024-10-14T10:40:34.861" v="66" actId="14100"/>
          <ac:spMkLst>
            <pc:docMk/>
            <pc:sldMk cId="2034826702" sldId="259"/>
            <ac:spMk id="17" creationId="{EB217897-0AFD-8910-3429-46AE81CC84A4}"/>
          </ac:spMkLst>
        </pc:spChg>
        <pc:spChg chg="mod">
          <ac:chgData name="Gabriel Himmelein" userId="65b3d922-2394-47a2-9631-fe39f6dcf5f7" providerId="ADAL" clId="{179F7127-5D13-4C72-B03B-10C1B88B41A1}" dt="2024-10-14T10:40:31.122" v="65" actId="1076"/>
          <ac:spMkLst>
            <pc:docMk/>
            <pc:sldMk cId="2034826702" sldId="259"/>
            <ac:spMk id="18" creationId="{FAE8F0DA-C418-C739-E85E-CE9C0CC284B6}"/>
          </ac:spMkLst>
        </pc:spChg>
        <pc:grpChg chg="add mod">
          <ac:chgData name="Gabriel Himmelein" userId="65b3d922-2394-47a2-9631-fe39f6dcf5f7" providerId="ADAL" clId="{179F7127-5D13-4C72-B03B-10C1B88B41A1}" dt="2024-10-14T10:40:12.407" v="60" actId="164"/>
          <ac:grpSpMkLst>
            <pc:docMk/>
            <pc:sldMk cId="2034826702" sldId="259"/>
            <ac:grpSpMk id="4" creationId="{98DC2E02-09CD-D865-FF42-44628979A318}"/>
          </ac:grpSpMkLst>
        </pc:grpChg>
        <pc:grpChg chg="add mod">
          <ac:chgData name="Gabriel Himmelein" userId="65b3d922-2394-47a2-9631-fe39f6dcf5f7" providerId="ADAL" clId="{179F7127-5D13-4C72-B03B-10C1B88B41A1}" dt="2024-10-16T02:02:29.816" v="714" actId="1038"/>
          <ac:grpSpMkLst>
            <pc:docMk/>
            <pc:sldMk cId="2034826702" sldId="259"/>
            <ac:grpSpMk id="5" creationId="{5A375976-D340-0691-49BA-C55E6A02B3A8}"/>
          </ac:grpSpMkLst>
        </pc:grpChg>
        <pc:grpChg chg="add mod">
          <ac:chgData name="Gabriel Himmelein" userId="65b3d922-2394-47a2-9631-fe39f6dcf5f7" providerId="ADAL" clId="{179F7127-5D13-4C72-B03B-10C1B88B41A1}" dt="2024-10-16T02:02:26.107" v="703" actId="1037"/>
          <ac:grpSpMkLst>
            <pc:docMk/>
            <pc:sldMk cId="2034826702" sldId="259"/>
            <ac:grpSpMk id="6" creationId="{F5954A4F-D7E8-16E0-922C-385313A8ACEE}"/>
          </ac:grpSpMkLst>
        </pc:grpChg>
        <pc:grpChg chg="add mod">
          <ac:chgData name="Gabriel Himmelein" userId="65b3d922-2394-47a2-9631-fe39f6dcf5f7" providerId="ADAL" clId="{179F7127-5D13-4C72-B03B-10C1B88B41A1}" dt="2024-10-16T02:02:21.848" v="684" actId="1037"/>
          <ac:grpSpMkLst>
            <pc:docMk/>
            <pc:sldMk cId="2034826702" sldId="259"/>
            <ac:grpSpMk id="7" creationId="{372262AA-83CE-432C-0F1C-60E346EFAD34}"/>
          </ac:grpSpMkLst>
        </pc:grpChg>
        <pc:grpChg chg="add del mod">
          <ac:chgData name="Gabriel Himmelein" userId="65b3d922-2394-47a2-9631-fe39f6dcf5f7" providerId="ADAL" clId="{179F7127-5D13-4C72-B03B-10C1B88B41A1}" dt="2024-10-16T02:02:15.460" v="654" actId="478"/>
          <ac:grpSpMkLst>
            <pc:docMk/>
            <pc:sldMk cId="2034826702" sldId="259"/>
            <ac:grpSpMk id="20" creationId="{B3F129CA-33C2-4E9B-3C7C-7D26F3E7D02D}"/>
          </ac:grpSpMkLst>
        </pc:grpChg>
        <pc:picChg chg="mod">
          <ac:chgData name="Gabriel Himmelein" userId="65b3d922-2394-47a2-9631-fe39f6dcf5f7" providerId="ADAL" clId="{179F7127-5D13-4C72-B03B-10C1B88B41A1}" dt="2024-10-14T10:41:13.630" v="90" actId="1038"/>
          <ac:picMkLst>
            <pc:docMk/>
            <pc:sldMk cId="2034826702" sldId="259"/>
            <ac:picMk id="8" creationId="{8EA81463-2136-2B69-05A3-508CFEC9FAEC}"/>
          </ac:picMkLst>
        </pc:picChg>
        <pc:picChg chg="mod">
          <ac:chgData name="Gabriel Himmelein" userId="65b3d922-2394-47a2-9631-fe39f6dcf5f7" providerId="ADAL" clId="{179F7127-5D13-4C72-B03B-10C1B88B41A1}" dt="2024-10-16T02:02:29.816" v="714" actId="1038"/>
          <ac:picMkLst>
            <pc:docMk/>
            <pc:sldMk cId="2034826702" sldId="259"/>
            <ac:picMk id="19" creationId="{9B14C78F-68A9-7CA9-FA69-D45DC49DC084}"/>
          </ac:picMkLst>
        </pc:picChg>
        <pc:picChg chg="mod">
          <ac:chgData name="Gabriel Himmelein" userId="65b3d922-2394-47a2-9631-fe39f6dcf5f7" providerId="ADAL" clId="{179F7127-5D13-4C72-B03B-10C1B88B41A1}" dt="2024-10-16T02:02:26.107" v="703" actId="1037"/>
          <ac:picMkLst>
            <pc:docMk/>
            <pc:sldMk cId="2034826702" sldId="259"/>
            <ac:picMk id="21" creationId="{4EE4B75B-414E-F919-1B1C-0493187D9EF8}"/>
          </ac:picMkLst>
        </pc:picChg>
        <pc:picChg chg="add mod">
          <ac:chgData name="Gabriel Himmelein" userId="65b3d922-2394-47a2-9631-fe39f6dcf5f7" providerId="ADAL" clId="{179F7127-5D13-4C72-B03B-10C1B88B41A1}" dt="2024-10-14T10:41:18.699" v="92" actId="571"/>
          <ac:picMkLst>
            <pc:docMk/>
            <pc:sldMk cId="2034826702" sldId="259"/>
            <ac:picMk id="22" creationId="{6399082E-7924-1632-8DD3-38B3F6724C4F}"/>
          </ac:picMkLst>
        </pc:picChg>
        <pc:picChg chg="mod">
          <ac:chgData name="Gabriel Himmelein" userId="65b3d922-2394-47a2-9631-fe39f6dcf5f7" providerId="ADAL" clId="{179F7127-5D13-4C72-B03B-10C1B88B41A1}" dt="2024-10-16T02:02:21.848" v="684" actId="1037"/>
          <ac:picMkLst>
            <pc:docMk/>
            <pc:sldMk cId="2034826702" sldId="259"/>
            <ac:picMk id="23" creationId="{D2F9B7E5-B464-5851-91E1-3C48C6108027}"/>
          </ac:picMkLst>
        </pc:picChg>
        <pc:picChg chg="del mod">
          <ac:chgData name="Gabriel Himmelein" userId="65b3d922-2394-47a2-9631-fe39f6dcf5f7" providerId="ADAL" clId="{179F7127-5D13-4C72-B03B-10C1B88B41A1}" dt="2024-10-16T02:02:15.460" v="654" actId="478"/>
          <ac:picMkLst>
            <pc:docMk/>
            <pc:sldMk cId="2034826702" sldId="259"/>
            <ac:picMk id="24" creationId="{FD5CD9D7-CD55-9A1C-6EDB-A6DF1ECC470E}"/>
          </ac:picMkLst>
        </pc:picChg>
        <pc:picChg chg="add mod">
          <ac:chgData name="Gabriel Himmelein" userId="65b3d922-2394-47a2-9631-fe39f6dcf5f7" providerId="ADAL" clId="{179F7127-5D13-4C72-B03B-10C1B88B41A1}" dt="2024-10-14T10:41:18.699" v="92" actId="571"/>
          <ac:picMkLst>
            <pc:docMk/>
            <pc:sldMk cId="2034826702" sldId="259"/>
            <ac:picMk id="25" creationId="{9FD7BF95-551D-FF7E-0DB0-62CE8BF3610E}"/>
          </ac:picMkLst>
        </pc:picChg>
        <pc:picChg chg="add mod">
          <ac:chgData name="Gabriel Himmelein" userId="65b3d922-2394-47a2-9631-fe39f6dcf5f7" providerId="ADAL" clId="{179F7127-5D13-4C72-B03B-10C1B88B41A1}" dt="2024-10-14T10:41:18.699" v="92" actId="571"/>
          <ac:picMkLst>
            <pc:docMk/>
            <pc:sldMk cId="2034826702" sldId="259"/>
            <ac:picMk id="26" creationId="{51F12A7C-E3EB-AFBF-96EF-27BDB7AEF7B0}"/>
          </ac:picMkLst>
        </pc:picChg>
        <pc:picChg chg="add mod">
          <ac:chgData name="Gabriel Himmelein" userId="65b3d922-2394-47a2-9631-fe39f6dcf5f7" providerId="ADAL" clId="{179F7127-5D13-4C72-B03B-10C1B88B41A1}" dt="2024-10-14T10:41:18.699" v="92" actId="571"/>
          <ac:picMkLst>
            <pc:docMk/>
            <pc:sldMk cId="2034826702" sldId="259"/>
            <ac:picMk id="27" creationId="{81B8E2F9-925B-4549-9877-36A0F01AD181}"/>
          </ac:picMkLst>
        </pc:picChg>
      </pc:sldChg>
      <pc:sldChg chg="modSp mod">
        <pc:chgData name="Gabriel Himmelein" userId="65b3d922-2394-47a2-9631-fe39f6dcf5f7" providerId="ADAL" clId="{179F7127-5D13-4C72-B03B-10C1B88B41A1}" dt="2024-10-16T01:31:13.728" v="377" actId="1037"/>
        <pc:sldMkLst>
          <pc:docMk/>
          <pc:sldMk cId="3800733216" sldId="266"/>
        </pc:sldMkLst>
        <pc:picChg chg="mod">
          <ac:chgData name="Gabriel Himmelein" userId="65b3d922-2394-47a2-9631-fe39f6dcf5f7" providerId="ADAL" clId="{179F7127-5D13-4C72-B03B-10C1B88B41A1}" dt="2024-10-16T01:31:13.728" v="377" actId="1037"/>
          <ac:picMkLst>
            <pc:docMk/>
            <pc:sldMk cId="3800733216" sldId="266"/>
            <ac:picMk id="7" creationId="{3547F6C2-0F0B-1186-D05C-8196C5A29067}"/>
          </ac:picMkLst>
        </pc:picChg>
      </pc:sldChg>
      <pc:sldChg chg="modSp new del mod">
        <pc:chgData name="Gabriel Himmelein" userId="65b3d922-2394-47a2-9631-fe39f6dcf5f7" providerId="ADAL" clId="{179F7127-5D13-4C72-B03B-10C1B88B41A1}" dt="2024-10-16T01:27:38.228" v="224" actId="47"/>
        <pc:sldMkLst>
          <pc:docMk/>
          <pc:sldMk cId="872654574" sldId="275"/>
        </pc:sldMkLst>
        <pc:spChg chg="mod">
          <ac:chgData name="Gabriel Himmelein" userId="65b3d922-2394-47a2-9631-fe39f6dcf5f7" providerId="ADAL" clId="{179F7127-5D13-4C72-B03B-10C1B88B41A1}" dt="2024-10-16T01:27:30.507" v="223" actId="20577"/>
          <ac:spMkLst>
            <pc:docMk/>
            <pc:sldMk cId="872654574" sldId="275"/>
            <ac:spMk id="2" creationId="{6178809B-C35F-6109-5A5F-1BB7D1EB6176}"/>
          </ac:spMkLst>
        </pc:spChg>
      </pc:sldChg>
      <pc:sldChg chg="new del">
        <pc:chgData name="Gabriel Himmelein" userId="65b3d922-2394-47a2-9631-fe39f6dcf5f7" providerId="ADAL" clId="{179F7127-5D13-4C72-B03B-10C1B88B41A1}" dt="2024-10-16T01:25:42.841" v="211" actId="47"/>
        <pc:sldMkLst>
          <pc:docMk/>
          <pc:sldMk cId="2975769161" sldId="275"/>
        </pc:sldMkLst>
      </pc:sldChg>
      <pc:sldChg chg="addSp delSp modSp new mod modNotesTx">
        <pc:chgData name="Gabriel Himmelein" userId="65b3d922-2394-47a2-9631-fe39f6dcf5f7" providerId="ADAL" clId="{179F7127-5D13-4C72-B03B-10C1B88B41A1}" dt="2024-10-16T01:56:34.351" v="651" actId="20577"/>
        <pc:sldMkLst>
          <pc:docMk/>
          <pc:sldMk cId="4228503265" sldId="275"/>
        </pc:sldMkLst>
        <pc:spChg chg="mod">
          <ac:chgData name="Gabriel Himmelein" userId="65b3d922-2394-47a2-9631-fe39f6dcf5f7" providerId="ADAL" clId="{179F7127-5D13-4C72-B03B-10C1B88B41A1}" dt="2024-10-16T01:35:01.380" v="472" actId="403"/>
          <ac:spMkLst>
            <pc:docMk/>
            <pc:sldMk cId="4228503265" sldId="275"/>
            <ac:spMk id="2" creationId="{E6BA1021-90EE-4597-5F14-937FDD464494}"/>
          </ac:spMkLst>
        </pc:spChg>
        <pc:spChg chg="del mod">
          <ac:chgData name="Gabriel Himmelein" userId="65b3d922-2394-47a2-9631-fe39f6dcf5f7" providerId="ADAL" clId="{179F7127-5D13-4C72-B03B-10C1B88B41A1}" dt="2024-10-16T01:34:38.247" v="468" actId="478"/>
          <ac:spMkLst>
            <pc:docMk/>
            <pc:sldMk cId="4228503265" sldId="275"/>
            <ac:spMk id="3" creationId="{C2A4A8D5-998D-8175-7AFE-8741E9222732}"/>
          </ac:spMkLst>
        </pc:spChg>
        <pc:spChg chg="add del mod">
          <ac:chgData name="Gabriel Himmelein" userId="65b3d922-2394-47a2-9631-fe39f6dcf5f7" providerId="ADAL" clId="{179F7127-5D13-4C72-B03B-10C1B88B41A1}" dt="2024-10-16T01:34:41.692" v="469" actId="478"/>
          <ac:spMkLst>
            <pc:docMk/>
            <pc:sldMk cId="4228503265" sldId="275"/>
            <ac:spMk id="6" creationId="{FFF610ED-1AED-E071-4843-6AC53D53C86F}"/>
          </ac:spMkLst>
        </pc:spChg>
      </pc:sldChg>
    </pc:docChg>
  </pc:docChgLst>
  <pc:docChgLst>
    <pc:chgData name="Guest User" userId="S::urn:spo:anon#2a5e35b95e66fe78b98f005495887dc502a300d5ccd1bb604e84fa0805335465::" providerId="AD" clId="Web-{2CDBBDB8-A478-4E46-5FF2-F18304D69F46}"/>
    <pc:docChg chg="addSld delSld modSld">
      <pc:chgData name="Guest User" userId="S::urn:spo:anon#2a5e35b95e66fe78b98f005495887dc502a300d5ccd1bb604e84fa0805335465::" providerId="AD" clId="Web-{2CDBBDB8-A478-4E46-5FF2-F18304D69F46}" dt="2024-10-15T00:41:36.777" v="544"/>
      <pc:docMkLst>
        <pc:docMk/>
      </pc:docMkLst>
      <pc:sldChg chg="modSp del">
        <pc:chgData name="Guest User" userId="S::urn:spo:anon#2a5e35b95e66fe78b98f005495887dc502a300d5ccd1bb604e84fa0805335465::" providerId="AD" clId="Web-{2CDBBDB8-A478-4E46-5FF2-F18304D69F46}" dt="2024-10-14T23:11:47.288" v="17"/>
        <pc:sldMkLst>
          <pc:docMk/>
          <pc:sldMk cId="1602977187" sldId="258"/>
        </pc:sldMkLst>
        <pc:spChg chg="mod">
          <ac:chgData name="Guest User" userId="S::urn:spo:anon#2a5e35b95e66fe78b98f005495887dc502a300d5ccd1bb604e84fa0805335465::" providerId="AD" clId="Web-{2CDBBDB8-A478-4E46-5FF2-F18304D69F46}" dt="2024-10-14T23:00:25.574" v="12" actId="20577"/>
          <ac:spMkLst>
            <pc:docMk/>
            <pc:sldMk cId="1602977187" sldId="258"/>
            <ac:spMk id="2" creationId="{370560A2-8E3A-5121-A8A4-E3DB30C5C6C5}"/>
          </ac:spMkLst>
        </pc:spChg>
      </pc:sldChg>
      <pc:sldChg chg="addSp delSp modSp add replId">
        <pc:chgData name="Guest User" userId="S::urn:spo:anon#2a5e35b95e66fe78b98f005495887dc502a300d5ccd1bb604e84fa0805335465::" providerId="AD" clId="Web-{2CDBBDB8-A478-4E46-5FF2-F18304D69F46}" dt="2024-10-14T23:37:26.377" v="269" actId="20577"/>
        <pc:sldMkLst>
          <pc:docMk/>
          <pc:sldMk cId="2289657061" sldId="260"/>
        </pc:sldMkLst>
        <pc:spChg chg="mod">
          <ac:chgData name="Guest User" userId="S::urn:spo:anon#2a5e35b95e66fe78b98f005495887dc502a300d5ccd1bb604e84fa0805335465::" providerId="AD" clId="Web-{2CDBBDB8-A478-4E46-5FF2-F18304D69F46}" dt="2024-10-14T23:18:03.866" v="265" actId="20577"/>
          <ac:spMkLst>
            <pc:docMk/>
            <pc:sldMk cId="2289657061" sldId="260"/>
            <ac:spMk id="2" creationId="{CCE257D8-AC05-719A-E65D-F4C3A4941632}"/>
          </ac:spMkLst>
        </pc:spChg>
        <pc:spChg chg="del">
          <ac:chgData name="Guest User" userId="S::urn:spo:anon#2a5e35b95e66fe78b98f005495887dc502a300d5ccd1bb604e84fa0805335465::" providerId="AD" clId="Web-{2CDBBDB8-A478-4E46-5FF2-F18304D69F46}" dt="2024-10-14T23:18:22.148" v="266"/>
          <ac:spMkLst>
            <pc:docMk/>
            <pc:sldMk cId="2289657061" sldId="260"/>
            <ac:spMk id="3" creationId="{A7A43198-0909-4BE2-BBBD-0B59B66EABF4}"/>
          </ac:spMkLst>
        </pc:spChg>
        <pc:spChg chg="mod">
          <ac:chgData name="Guest User" userId="S::urn:spo:anon#2a5e35b95e66fe78b98f005495887dc502a300d5ccd1bb604e84fa0805335465::" providerId="AD" clId="Web-{2CDBBDB8-A478-4E46-5FF2-F18304D69F46}" dt="2024-10-14T23:13:18.979" v="54" actId="20577"/>
          <ac:spMkLst>
            <pc:docMk/>
            <pc:sldMk cId="2289657061" sldId="260"/>
            <ac:spMk id="9" creationId="{0F05B432-F588-275F-68C8-F6E213F1212A}"/>
          </ac:spMkLst>
        </pc:spChg>
        <pc:spChg chg="mod">
          <ac:chgData name="Guest User" userId="S::urn:spo:anon#2a5e35b95e66fe78b98f005495887dc502a300d5ccd1bb604e84fa0805335465::" providerId="AD" clId="Web-{2CDBBDB8-A478-4E46-5FF2-F18304D69F46}" dt="2024-10-14T23:13:42.684" v="96" actId="20577"/>
          <ac:spMkLst>
            <pc:docMk/>
            <pc:sldMk cId="2289657061" sldId="260"/>
            <ac:spMk id="10" creationId="{82EE03B0-3F8D-8021-815C-320838E62B05}"/>
          </ac:spMkLst>
        </pc:spChg>
        <pc:spChg chg="mod">
          <ac:chgData name="Guest User" userId="S::urn:spo:anon#2a5e35b95e66fe78b98f005495887dc502a300d5ccd1bb604e84fa0805335465::" providerId="AD" clId="Web-{2CDBBDB8-A478-4E46-5FF2-F18304D69F46}" dt="2024-10-14T23:14:11.200" v="103" actId="20577"/>
          <ac:spMkLst>
            <pc:docMk/>
            <pc:sldMk cId="2289657061" sldId="260"/>
            <ac:spMk id="11" creationId="{2847A211-A9AA-CF9C-4C2A-7E87DC700334}"/>
          </ac:spMkLst>
        </pc:spChg>
        <pc:spChg chg="mod">
          <ac:chgData name="Guest User" userId="S::urn:spo:anon#2a5e35b95e66fe78b98f005495887dc502a300d5ccd1bb604e84fa0805335465::" providerId="AD" clId="Web-{2CDBBDB8-A478-4E46-5FF2-F18304D69F46}" dt="2024-10-14T23:14:30.592" v="161" actId="20577"/>
          <ac:spMkLst>
            <pc:docMk/>
            <pc:sldMk cId="2289657061" sldId="260"/>
            <ac:spMk id="12" creationId="{309AB3F2-95B1-169E-D388-41D9EC3753BE}"/>
          </ac:spMkLst>
        </pc:spChg>
        <pc:spChg chg="mod">
          <ac:chgData name="Guest User" userId="S::urn:spo:anon#2a5e35b95e66fe78b98f005495887dc502a300d5ccd1bb604e84fa0805335465::" providerId="AD" clId="Web-{2CDBBDB8-A478-4E46-5FF2-F18304D69F46}" dt="2024-10-14T23:17:15.583" v="195" actId="20577"/>
          <ac:spMkLst>
            <pc:docMk/>
            <pc:sldMk cId="2289657061" sldId="260"/>
            <ac:spMk id="13" creationId="{4C1BD929-E816-49CE-CB0D-B9EF48FC23B7}"/>
          </ac:spMkLst>
        </pc:spChg>
        <pc:spChg chg="mod">
          <ac:chgData name="Guest User" userId="S::urn:spo:anon#2a5e35b95e66fe78b98f005495887dc502a300d5ccd1bb604e84fa0805335465::" providerId="AD" clId="Web-{2CDBBDB8-A478-4E46-5FF2-F18304D69F46}" dt="2024-10-14T23:37:26.377" v="269" actId="20577"/>
          <ac:spMkLst>
            <pc:docMk/>
            <pc:sldMk cId="2289657061" sldId="260"/>
            <ac:spMk id="14" creationId="{DBA33D6B-45F7-C523-4CA1-F7378542A6C5}"/>
          </ac:spMkLst>
        </pc:spChg>
        <pc:picChg chg="del mod">
          <ac:chgData name="Guest User" userId="S::urn:spo:anon#2a5e35b95e66fe78b98f005495887dc502a300d5ccd1bb604e84fa0805335465::" providerId="AD" clId="Web-{2CDBBDB8-A478-4E46-5FF2-F18304D69F46}" dt="2024-10-14T23:13:12.307" v="47"/>
          <ac:picMkLst>
            <pc:docMk/>
            <pc:sldMk cId="2289657061" sldId="260"/>
            <ac:picMk id="8" creationId="{8EA81463-2136-2B69-05A3-508CFEC9FAEC}"/>
          </ac:picMkLst>
        </pc:picChg>
        <pc:picChg chg="mod">
          <ac:chgData name="Guest User" userId="S::urn:spo:anon#2a5e35b95e66fe78b98f005495887dc502a300d5ccd1bb604e84fa0805335465::" providerId="AD" clId="Web-{2CDBBDB8-A478-4E46-5FF2-F18304D69F46}" dt="2024-10-14T23:13:15.401" v="48" actId="1076"/>
          <ac:picMkLst>
            <pc:docMk/>
            <pc:sldMk cId="2289657061" sldId="260"/>
            <ac:picMk id="19" creationId="{9B14C78F-68A9-7CA9-FA69-D45DC49DC084}"/>
          </ac:picMkLst>
        </pc:picChg>
        <pc:picChg chg="del">
          <ac:chgData name="Guest User" userId="S::urn:spo:anon#2a5e35b95e66fe78b98f005495887dc502a300d5ccd1bb604e84fa0805335465::" providerId="AD" clId="Web-{2CDBBDB8-A478-4E46-5FF2-F18304D69F46}" dt="2024-10-14T23:14:36.326" v="162"/>
          <ac:picMkLst>
            <pc:docMk/>
            <pc:sldMk cId="2289657061" sldId="260"/>
            <ac:picMk id="21" creationId="{4EE4B75B-414E-F919-1B1C-0493187D9EF8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4T23:18:27.960" v="267" actId="1076"/>
          <ac:picMkLst>
            <pc:docMk/>
            <pc:sldMk cId="2289657061" sldId="260"/>
            <ac:picMk id="22" creationId="{F9F6EF15-79DE-57C8-AD20-049016AF3E55}"/>
          </ac:picMkLst>
        </pc:picChg>
        <pc:picChg chg="mod">
          <ac:chgData name="Guest User" userId="S::urn:spo:anon#2a5e35b95e66fe78b98f005495887dc502a300d5ccd1bb604e84fa0805335465::" providerId="AD" clId="Web-{2CDBBDB8-A478-4E46-5FF2-F18304D69F46}" dt="2024-10-14T23:14:07.138" v="97" actId="1076"/>
          <ac:picMkLst>
            <pc:docMk/>
            <pc:sldMk cId="2289657061" sldId="260"/>
            <ac:picMk id="24" creationId="{FD5CD9D7-CD55-9A1C-6EDB-A6DF1ECC470E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4T23:16:56.160" v="179"/>
          <ac:picMkLst>
            <pc:docMk/>
            <pc:sldMk cId="2289657061" sldId="260"/>
            <ac:picMk id="25" creationId="{511324B5-8922-25A2-C4B7-747EDCC0B013}"/>
          </ac:picMkLst>
        </pc:picChg>
      </pc:sldChg>
      <pc:sldChg chg="addSp delSp modSp new addAnim">
        <pc:chgData name="Guest User" userId="S::urn:spo:anon#2a5e35b95e66fe78b98f005495887dc502a300d5ccd1bb604e84fa0805335465::" providerId="AD" clId="Web-{2CDBBDB8-A478-4E46-5FF2-F18304D69F46}" dt="2024-10-15T00:32:50.474" v="479" actId="1076"/>
        <pc:sldMkLst>
          <pc:docMk/>
          <pc:sldMk cId="1394642352" sldId="261"/>
        </pc:sldMkLst>
        <pc:spChg chg="del">
          <ac:chgData name="Guest User" userId="S::urn:spo:anon#2a5e35b95e66fe78b98f005495887dc502a300d5ccd1bb604e84fa0805335465::" providerId="AD" clId="Web-{2CDBBDB8-A478-4E46-5FF2-F18304D69F46}" dt="2024-10-14T23:58:46.622" v="292"/>
          <ac:spMkLst>
            <pc:docMk/>
            <pc:sldMk cId="1394642352" sldId="261"/>
            <ac:spMk id="2" creationId="{A01AD90B-27C6-1FD3-A164-9DB7DB48C651}"/>
          </ac:spMkLst>
        </pc:spChg>
        <pc:spChg chg="del">
          <ac:chgData name="Guest User" userId="S::urn:spo:anon#2a5e35b95e66fe78b98f005495887dc502a300d5ccd1bb604e84fa0805335465::" providerId="AD" clId="Web-{2CDBBDB8-A478-4E46-5FF2-F18304D69F46}" dt="2024-10-14T23:54:55.051" v="277"/>
          <ac:spMkLst>
            <pc:docMk/>
            <pc:sldMk cId="1394642352" sldId="261"/>
            <ac:spMk id="3" creationId="{F428DE83-F540-9894-0CA8-12DE91638DD5}"/>
          </ac:spMkLst>
        </pc:spChg>
        <pc:spChg chg="del">
          <ac:chgData name="Guest User" userId="S::urn:spo:anon#2a5e35b95e66fe78b98f005495887dc502a300d5ccd1bb604e84fa0805335465::" providerId="AD" clId="Web-{2CDBBDB8-A478-4E46-5FF2-F18304D69F46}" dt="2024-10-15T00:25:10.828" v="398"/>
          <ac:spMkLst>
            <pc:docMk/>
            <pc:sldMk cId="1394642352" sldId="261"/>
            <ac:spMk id="4" creationId="{7153F738-AA57-E57C-6FE3-6F70BFF7FCA5}"/>
          </ac:spMkLst>
        </pc:spChg>
        <pc:spChg chg="add del mod">
          <ac:chgData name="Guest User" userId="S::urn:spo:anon#2a5e35b95e66fe78b98f005495887dc502a300d5ccd1bb604e84fa0805335465::" providerId="AD" clId="Web-{2CDBBDB8-A478-4E46-5FF2-F18304D69F46}" dt="2024-10-14T23:54:46.645" v="276"/>
          <ac:spMkLst>
            <pc:docMk/>
            <pc:sldMk cId="1394642352" sldId="261"/>
            <ac:spMk id="5" creationId="{D00E6B7C-0C4E-4C2C-4FB3-EAC067795F92}"/>
          </ac:spMkLst>
        </pc:spChg>
        <pc:spChg chg="add del mod">
          <ac:chgData name="Guest User" userId="S::urn:spo:anon#2a5e35b95e66fe78b98f005495887dc502a300d5ccd1bb604e84fa0805335465::" providerId="AD" clId="Web-{2CDBBDB8-A478-4E46-5FF2-F18304D69F46}" dt="2024-10-14T23:58:18.418" v="285"/>
          <ac:spMkLst>
            <pc:docMk/>
            <pc:sldMk cId="1394642352" sldId="261"/>
            <ac:spMk id="8" creationId="{D69AD88E-F31C-1D3A-C8C3-B8478CD509FC}"/>
          </ac:spMkLst>
        </pc:spChg>
        <pc:spChg chg="add del mod">
          <ac:chgData name="Guest User" userId="S::urn:spo:anon#2a5e35b95e66fe78b98f005495887dc502a300d5ccd1bb604e84fa0805335465::" providerId="AD" clId="Web-{2CDBBDB8-A478-4E46-5FF2-F18304D69F46}" dt="2024-10-15T00:00:49.237" v="315"/>
          <ac:spMkLst>
            <pc:docMk/>
            <pc:sldMk cId="1394642352" sldId="261"/>
            <ac:spMk id="12" creationId="{17DF0D08-D1DD-6BA9-6942-38BCEABA051C}"/>
          </ac:spMkLst>
        </pc:spChg>
        <pc:spChg chg="add del mod">
          <ac:chgData name="Guest User" userId="S::urn:spo:anon#2a5e35b95e66fe78b98f005495887dc502a300d5ccd1bb604e84fa0805335465::" providerId="AD" clId="Web-{2CDBBDB8-A478-4E46-5FF2-F18304D69F46}" dt="2024-10-15T00:01:41.758" v="318"/>
          <ac:spMkLst>
            <pc:docMk/>
            <pc:sldMk cId="1394642352" sldId="261"/>
            <ac:spMk id="15" creationId="{3A93069D-B16D-0835-F585-29E001031A58}"/>
          </ac:spMkLst>
        </pc:spChg>
        <pc:spChg chg="add del mod">
          <ac:chgData name="Guest User" userId="S::urn:spo:anon#2a5e35b95e66fe78b98f005495887dc502a300d5ccd1bb604e84fa0805335465::" providerId="AD" clId="Web-{2CDBBDB8-A478-4E46-5FF2-F18304D69F46}" dt="2024-10-15T00:12:34.142" v="321"/>
          <ac:spMkLst>
            <pc:docMk/>
            <pc:sldMk cId="1394642352" sldId="261"/>
            <ac:spMk id="18" creationId="{A9088040-5519-E352-CD56-A23DC938F046}"/>
          </ac:spMkLst>
        </pc:spChg>
        <pc:spChg chg="add del mod">
          <ac:chgData name="Guest User" userId="S::urn:spo:anon#2a5e35b95e66fe78b98f005495887dc502a300d5ccd1bb604e84fa0805335465::" providerId="AD" clId="Web-{2CDBBDB8-A478-4E46-5FF2-F18304D69F46}" dt="2024-10-15T00:25:14.140" v="400"/>
          <ac:spMkLst>
            <pc:docMk/>
            <pc:sldMk cId="1394642352" sldId="261"/>
            <ac:spMk id="32" creationId="{6AEE447C-3AEA-E68A-CE55-10FDE1237717}"/>
          </ac:spMkLst>
        </pc:spChg>
        <pc:picChg chg="add del mod ord">
          <ac:chgData name="Guest User" userId="S::urn:spo:anon#2a5e35b95e66fe78b98f005495887dc502a300d5ccd1bb604e84fa0805335465::" providerId="AD" clId="Web-{2CDBBDB8-A478-4E46-5FF2-F18304D69F46}" dt="2024-10-14T23:55:44.115" v="284"/>
          <ac:picMkLst>
            <pc:docMk/>
            <pc:sldMk cId="1394642352" sldId="261"/>
            <ac:picMk id="6" creationId="{27A5C974-71BB-5495-821E-6450401EC864}"/>
          </ac:picMkLst>
        </pc:picChg>
        <pc:picChg chg="add del mod ord">
          <ac:chgData name="Guest User" userId="S::urn:spo:anon#2a5e35b95e66fe78b98f005495887dc502a300d5ccd1bb604e84fa0805335465::" providerId="AD" clId="Web-{2CDBBDB8-A478-4E46-5FF2-F18304D69F46}" dt="2024-10-15T00:00:15.516" v="314"/>
          <ac:picMkLst>
            <pc:docMk/>
            <pc:sldMk cId="1394642352" sldId="261"/>
            <ac:picMk id="9" creationId="{D8FEBA24-3619-FB5E-08C4-0BCA03BAC3D6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00:11.891" v="313"/>
          <ac:picMkLst>
            <pc:docMk/>
            <pc:sldMk cId="1394642352" sldId="261"/>
            <ac:picMk id="10" creationId="{A2BB2FB3-E76B-7F92-8A66-01628429D926}"/>
          </ac:picMkLst>
        </pc:picChg>
        <pc:picChg chg="add del mod ord">
          <ac:chgData name="Guest User" userId="S::urn:spo:anon#2a5e35b95e66fe78b98f005495887dc502a300d5ccd1bb604e84fa0805335465::" providerId="AD" clId="Web-{2CDBBDB8-A478-4E46-5FF2-F18304D69F46}" dt="2024-10-15T00:00:52.440" v="317"/>
          <ac:picMkLst>
            <pc:docMk/>
            <pc:sldMk cId="1394642352" sldId="261"/>
            <ac:picMk id="13" creationId="{29563832-1288-B306-AFC7-B1BC9EB27182}"/>
          </ac:picMkLst>
        </pc:picChg>
        <pc:picChg chg="add del mod ord">
          <ac:chgData name="Guest User" userId="S::urn:spo:anon#2a5e35b95e66fe78b98f005495887dc502a300d5ccd1bb604e84fa0805335465::" providerId="AD" clId="Web-{2CDBBDB8-A478-4E46-5FF2-F18304D69F46}" dt="2024-10-15T00:12:04.625" v="320"/>
          <ac:picMkLst>
            <pc:docMk/>
            <pc:sldMk cId="1394642352" sldId="261"/>
            <ac:picMk id="16" creationId="{0A184E65-A575-AF71-68C4-44E37D6C9568}"/>
          </ac:picMkLst>
        </pc:picChg>
        <pc:picChg chg="add del mod ord">
          <ac:chgData name="Guest User" userId="S::urn:spo:anon#2a5e35b95e66fe78b98f005495887dc502a300d5ccd1bb604e84fa0805335465::" providerId="AD" clId="Web-{2CDBBDB8-A478-4E46-5FF2-F18304D69F46}" dt="2024-10-15T00:25:10.828" v="397"/>
          <ac:picMkLst>
            <pc:docMk/>
            <pc:sldMk cId="1394642352" sldId="261"/>
            <ac:picMk id="19" creationId="{D6F2FBC3-D830-92FD-88D1-6BE4637827AC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5:10.734" v="396"/>
          <ac:picMkLst>
            <pc:docMk/>
            <pc:sldMk cId="1394642352" sldId="261"/>
            <ac:picMk id="20" creationId="{8A1BB2F2-BC3C-0ED3-15D6-C866936ED67F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5:10.734" v="395"/>
          <ac:picMkLst>
            <pc:docMk/>
            <pc:sldMk cId="1394642352" sldId="261"/>
            <ac:picMk id="21" creationId="{2A10A428-E2DB-66B6-698D-C13269274EE1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5:10.734" v="394"/>
          <ac:picMkLst>
            <pc:docMk/>
            <pc:sldMk cId="1394642352" sldId="261"/>
            <ac:picMk id="22" creationId="{261ADB14-BA2F-1FF7-2875-7E5737EC2AA3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5:10.734" v="393"/>
          <ac:picMkLst>
            <pc:docMk/>
            <pc:sldMk cId="1394642352" sldId="261"/>
            <ac:picMk id="23" creationId="{605B2CD2-0788-9318-2875-BD5DD1C0B880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5:10.734" v="392"/>
          <ac:picMkLst>
            <pc:docMk/>
            <pc:sldMk cId="1394642352" sldId="261"/>
            <ac:picMk id="24" creationId="{592351AB-CCD8-5C8F-C72C-4DFBA20FF7E5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0:56.490" v="354"/>
          <ac:picMkLst>
            <pc:docMk/>
            <pc:sldMk cId="1394642352" sldId="261"/>
            <ac:picMk id="25" creationId="{15E57409-DF84-A1B9-FC65-5864E4D2D4C6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5:10.734" v="391"/>
          <ac:picMkLst>
            <pc:docMk/>
            <pc:sldMk cId="1394642352" sldId="261"/>
            <ac:picMk id="26" creationId="{D6FF4393-744E-9D07-7E63-302E9A2645AE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5:10.734" v="390"/>
          <ac:picMkLst>
            <pc:docMk/>
            <pc:sldMk cId="1394642352" sldId="261"/>
            <ac:picMk id="27" creationId="{D827F665-5684-3794-B36B-B46861D94741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5:10.734" v="389"/>
          <ac:picMkLst>
            <pc:docMk/>
            <pc:sldMk cId="1394642352" sldId="261"/>
            <ac:picMk id="28" creationId="{A08308DF-F6D0-9747-20C0-DC79C486E5DE}"/>
          </ac:picMkLst>
        </pc:picChg>
        <pc:picChg chg="add del mod ord">
          <ac:chgData name="Guest User" userId="S::urn:spo:anon#2a5e35b95e66fe78b98f005495887dc502a300d5ccd1bb604e84fa0805335465::" providerId="AD" clId="Web-{2CDBBDB8-A478-4E46-5FF2-F18304D69F46}" dt="2024-10-15T00:25:10.828" v="399"/>
          <ac:picMkLst>
            <pc:docMk/>
            <pc:sldMk cId="1394642352" sldId="261"/>
            <ac:picMk id="29" creationId="{34A7043E-929D-58C3-1193-439F31D12FCA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2:21.212" v="388"/>
          <ac:picMkLst>
            <pc:docMk/>
            <pc:sldMk cId="1394642352" sldId="261"/>
            <ac:picMk id="30" creationId="{7AAAAB03-C626-C54E-F8A9-7CAED3F850FE}"/>
          </ac:picMkLst>
        </pc:picChg>
        <pc:picChg chg="add mod ord">
          <ac:chgData name="Guest User" userId="S::urn:spo:anon#2a5e35b95e66fe78b98f005495887dc502a300d5ccd1bb604e84fa0805335465::" providerId="AD" clId="Web-{2CDBBDB8-A478-4E46-5FF2-F18304D69F46}" dt="2024-10-15T00:28:32.601" v="467" actId="1076"/>
          <ac:picMkLst>
            <pc:docMk/>
            <pc:sldMk cId="1394642352" sldId="261"/>
            <ac:picMk id="33" creationId="{6D4A0FE2-FD35-0C7F-6C83-52F6E29535F0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28:30.538" v="465" actId="1076"/>
          <ac:picMkLst>
            <pc:docMk/>
            <pc:sldMk cId="1394642352" sldId="261"/>
            <ac:picMk id="34" creationId="{63ABB79F-2242-F9F0-BB3F-BC165C533AD0}"/>
          </ac:picMkLst>
        </pc:picChg>
        <pc:picChg chg="add del mod ord">
          <ac:chgData name="Guest User" userId="S::urn:spo:anon#2a5e35b95e66fe78b98f005495887dc502a300d5ccd1bb604e84fa0805335465::" providerId="AD" clId="Web-{2CDBBDB8-A478-4E46-5FF2-F18304D69F46}" dt="2024-10-15T00:27:21.176" v="441"/>
          <ac:picMkLst>
            <pc:docMk/>
            <pc:sldMk cId="1394642352" sldId="261"/>
            <ac:picMk id="35" creationId="{58D49D29-2473-E1A2-3561-11CE6893058E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28:38.789" v="471" actId="1076"/>
          <ac:picMkLst>
            <pc:docMk/>
            <pc:sldMk cId="1394642352" sldId="261"/>
            <ac:picMk id="36" creationId="{BFC018C6-9714-EE1D-8917-22CED089BE4A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28:35.757" v="469" actId="1076"/>
          <ac:picMkLst>
            <pc:docMk/>
            <pc:sldMk cId="1394642352" sldId="261"/>
            <ac:picMk id="37" creationId="{6B0F7156-657B-90F3-EF0E-5F1131F9D26E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27:58.615" v="455" actId="1076"/>
          <ac:picMkLst>
            <pc:docMk/>
            <pc:sldMk cId="1394642352" sldId="261"/>
            <ac:picMk id="38" creationId="{2F4227CE-3069-DB51-7CCC-EA16169BDE0C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2:48.928" v="478" actId="1076"/>
          <ac:picMkLst>
            <pc:docMk/>
            <pc:sldMk cId="1394642352" sldId="261"/>
            <ac:picMk id="39" creationId="{ED7C7275-A043-FFEA-1157-E223CB4001CD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28:31.695" v="466" actId="1076"/>
          <ac:picMkLst>
            <pc:docMk/>
            <pc:sldMk cId="1394642352" sldId="261"/>
            <ac:picMk id="40" creationId="{AB39B072-07FE-1DE5-3EEC-E88274905B62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2:50.474" v="479" actId="1076"/>
          <ac:picMkLst>
            <pc:docMk/>
            <pc:sldMk cId="1394642352" sldId="261"/>
            <ac:picMk id="41" creationId="{3D2CF84D-B697-A47C-F3D7-9A704A0BEECB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28:37.195" v="470" actId="1076"/>
          <ac:picMkLst>
            <pc:docMk/>
            <pc:sldMk cId="1394642352" sldId="261"/>
            <ac:picMk id="42" creationId="{2687A61E-3374-C760-E75A-5B880B9735A1}"/>
          </ac:picMkLst>
        </pc:picChg>
        <pc:picChg chg="add mod ord">
          <ac:chgData name="Guest User" userId="S::urn:spo:anon#2a5e35b95e66fe78b98f005495887dc502a300d5ccd1bb604e84fa0805335465::" providerId="AD" clId="Web-{2CDBBDB8-A478-4E46-5FF2-F18304D69F46}" dt="2024-10-15T00:29:46.666" v="474" actId="1076"/>
          <ac:picMkLst>
            <pc:docMk/>
            <pc:sldMk cId="1394642352" sldId="261"/>
            <ac:picMk id="43" creationId="{4543CE95-0302-6DE1-F292-81BF1FB6F180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28:10.131" v="461"/>
          <ac:picMkLst>
            <pc:docMk/>
            <pc:sldMk cId="1394642352" sldId="261"/>
            <ac:picMk id="44" creationId="{45FC0A3E-6B43-B51E-9EA1-1E5E2CB297F7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28:26.257" v="463" actId="1076"/>
          <ac:picMkLst>
            <pc:docMk/>
            <pc:sldMk cId="1394642352" sldId="261"/>
            <ac:picMk id="45" creationId="{4B77EE7A-15DA-B00B-9111-AC5AF8933AC2}"/>
          </ac:picMkLst>
        </pc:picChg>
      </pc:sldChg>
      <pc:sldChg chg="addSp delSp modSp new addAnim modAnim">
        <pc:chgData name="Guest User" userId="S::urn:spo:anon#2a5e35b95e66fe78b98f005495887dc502a300d5ccd1bb604e84fa0805335465::" providerId="AD" clId="Web-{2CDBBDB8-A478-4E46-5FF2-F18304D69F46}" dt="2024-10-15T00:41:36.777" v="544"/>
        <pc:sldMkLst>
          <pc:docMk/>
          <pc:sldMk cId="32187474" sldId="262"/>
        </pc:sldMkLst>
        <pc:spChg chg="del">
          <ac:chgData name="Guest User" userId="S::urn:spo:anon#2a5e35b95e66fe78b98f005495887dc502a300d5ccd1bb604e84fa0805335465::" providerId="AD" clId="Web-{2CDBBDB8-A478-4E46-5FF2-F18304D69F46}" dt="2024-10-15T00:34:53.870" v="514"/>
          <ac:spMkLst>
            <pc:docMk/>
            <pc:sldMk cId="32187474" sldId="262"/>
            <ac:spMk id="2" creationId="{30572C5C-54FE-8470-7251-731BA1997DCE}"/>
          </ac:spMkLst>
        </pc:spChg>
        <pc:spChg chg="del">
          <ac:chgData name="Guest User" userId="S::urn:spo:anon#2a5e35b95e66fe78b98f005495887dc502a300d5ccd1bb604e84fa0805335465::" providerId="AD" clId="Web-{2CDBBDB8-A478-4E46-5FF2-F18304D69F46}" dt="2024-10-15T00:33:21.773" v="481"/>
          <ac:spMkLst>
            <pc:docMk/>
            <pc:sldMk cId="32187474" sldId="262"/>
            <ac:spMk id="3" creationId="{90EC2AEA-477D-52A9-BCBC-2B7A09BF234F}"/>
          </ac:spMkLst>
        </pc:spChg>
        <pc:spChg chg="add del mod">
          <ac:chgData name="Guest User" userId="S::urn:spo:anon#2a5e35b95e66fe78b98f005495887dc502a300d5ccd1bb604e84fa0805335465::" providerId="AD" clId="Web-{2CDBBDB8-A478-4E46-5FF2-F18304D69F46}" dt="2024-10-15T00:34:19.665" v="502"/>
          <ac:spMkLst>
            <pc:docMk/>
            <pc:sldMk cId="32187474" sldId="262"/>
            <ac:spMk id="16" creationId="{F4D23F88-A9B7-6077-1972-FFFC9E9538CD}"/>
          </ac:spMkLst>
        </pc:spChg>
        <pc:picChg chg="add del mod ord">
          <ac:chgData name="Guest User" userId="S::urn:spo:anon#2a5e35b95e66fe78b98f005495887dc502a300d5ccd1bb604e84fa0805335465::" providerId="AD" clId="Web-{2CDBBDB8-A478-4E46-5FF2-F18304D69F46}" dt="2024-10-15T00:34:14.572" v="501"/>
          <ac:picMkLst>
            <pc:docMk/>
            <pc:sldMk cId="32187474" sldId="262"/>
            <ac:picMk id="5" creationId="{AAFD9559-4367-7B65-4A11-ACC649977F94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5:37.403" v="533" actId="1076"/>
          <ac:picMkLst>
            <pc:docMk/>
            <pc:sldMk cId="32187474" sldId="262"/>
            <ac:picMk id="6" creationId="{AF00D4FA-BA0C-158B-BC82-671DFDBEE1A8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5:39.653" v="535" actId="1076"/>
          <ac:picMkLst>
            <pc:docMk/>
            <pc:sldMk cId="32187474" sldId="262"/>
            <ac:picMk id="7" creationId="{BC5C4171-4B21-5072-7AED-F0F370D26232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5:48.185" v="540" actId="1076"/>
          <ac:picMkLst>
            <pc:docMk/>
            <pc:sldMk cId="32187474" sldId="262"/>
            <ac:picMk id="8" creationId="{D204CD89-0F7E-3353-3EC2-06420FB6BF44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5:29.746" v="528" actId="1076"/>
          <ac:picMkLst>
            <pc:docMk/>
            <pc:sldMk cId="32187474" sldId="262"/>
            <ac:picMk id="9" creationId="{4AC524E8-719A-F22A-D34D-251805D35E26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5:37.825" v="534" actId="1076"/>
          <ac:picMkLst>
            <pc:docMk/>
            <pc:sldMk cId="32187474" sldId="262"/>
            <ac:picMk id="10" creationId="{F167B371-3FFC-6672-5104-331025B65CC5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5:20.355" v="523" actId="1076"/>
          <ac:picMkLst>
            <pc:docMk/>
            <pc:sldMk cId="32187474" sldId="262"/>
            <ac:picMk id="11" creationId="{F7BC02BE-542C-BE0E-54D1-6C786A9B1E20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5:46.560" v="538" actId="1076"/>
          <ac:picMkLst>
            <pc:docMk/>
            <pc:sldMk cId="32187474" sldId="262"/>
            <ac:picMk id="12" creationId="{C589BC05-88FC-DBB4-0B06-75F640E73189}"/>
          </ac:picMkLst>
        </pc:picChg>
        <pc:picChg chg="add del mod">
          <ac:chgData name="Guest User" userId="S::urn:spo:anon#2a5e35b95e66fe78b98f005495887dc502a300d5ccd1bb604e84fa0805335465::" providerId="AD" clId="Web-{2CDBBDB8-A478-4E46-5FF2-F18304D69F46}" dt="2024-10-15T00:34:31.213" v="504"/>
          <ac:picMkLst>
            <pc:docMk/>
            <pc:sldMk cId="32187474" sldId="262"/>
            <ac:picMk id="13" creationId="{E80D16EB-6013-1F09-8484-C082DD2A26B9}"/>
          </ac:picMkLst>
        </pc:picChg>
        <pc:picChg chg="add mod">
          <ac:chgData name="Guest User" userId="S::urn:spo:anon#2a5e35b95e66fe78b98f005495887dc502a300d5ccd1bb604e84fa0805335465::" providerId="AD" clId="Web-{2CDBBDB8-A478-4E46-5FF2-F18304D69F46}" dt="2024-10-15T00:35:58.857" v="541" actId="1076"/>
          <ac:picMkLst>
            <pc:docMk/>
            <pc:sldMk cId="32187474" sldId="262"/>
            <ac:picMk id="14" creationId="{70032E09-F482-9681-6AB5-C7A8325F5E6B}"/>
          </ac:picMkLst>
        </pc:picChg>
        <pc:picChg chg="add mod ord">
          <ac:chgData name="Guest User" userId="S::urn:spo:anon#2a5e35b95e66fe78b98f005495887dc502a300d5ccd1bb604e84fa0805335465::" providerId="AD" clId="Web-{2CDBBDB8-A478-4E46-5FF2-F18304D69F46}" dt="2024-10-15T00:34:49.385" v="512" actId="1076"/>
          <ac:picMkLst>
            <pc:docMk/>
            <pc:sldMk cId="32187474" sldId="262"/>
            <ac:picMk id="17" creationId="{213C9B72-7A8E-F13F-810C-3D1A22F1FD97}"/>
          </ac:picMkLst>
        </pc:picChg>
      </pc:sldChg>
    </pc:docChg>
  </pc:docChgLst>
  <pc:docChgLst>
    <pc:chgData name="Guest User" userId="S::urn:spo:anon#d752679cb7c69f568ab34b5efa3877e77117b2c99e111a33e12a8688631fc323::" providerId="AD" clId="Web-{EF9BE123-E8D4-7829-8A28-B515DF009CF5}"/>
    <pc:docChg chg="modSld">
      <pc:chgData name="Guest User" userId="S::urn:spo:anon#d752679cb7c69f568ab34b5efa3877e77117b2c99e111a33e12a8688631fc323::" providerId="AD" clId="Web-{EF9BE123-E8D4-7829-8A28-B515DF009CF5}" dt="2024-10-14T11:01:59.373" v="59" actId="1076"/>
      <pc:docMkLst>
        <pc:docMk/>
      </pc:docMkLst>
      <pc:sldChg chg="addSp delSp modSp modNotes">
        <pc:chgData name="Guest User" userId="S::urn:spo:anon#d752679cb7c69f568ab34b5efa3877e77117b2c99e111a33e12a8688631fc323::" providerId="AD" clId="Web-{EF9BE123-E8D4-7829-8A28-B515DF009CF5}" dt="2024-10-14T11:01:59.373" v="59" actId="1076"/>
        <pc:sldMkLst>
          <pc:docMk/>
          <pc:sldMk cId="4045680607" sldId="257"/>
        </pc:sldMkLst>
        <pc:spChg chg="mod">
          <ac:chgData name="Guest User" userId="S::urn:spo:anon#d752679cb7c69f568ab34b5efa3877e77117b2c99e111a33e12a8688631fc323::" providerId="AD" clId="Web-{EF9BE123-E8D4-7829-8A28-B515DF009CF5}" dt="2024-10-14T11:01:59.373" v="59" actId="1076"/>
          <ac:spMkLst>
            <pc:docMk/>
            <pc:sldMk cId="4045680607" sldId="257"/>
            <ac:spMk id="6" creationId="{A8D13EEF-B491-D9DF-BC44-33CCE6819368}"/>
          </ac:spMkLst>
        </pc:spChg>
        <pc:spChg chg="mod">
          <ac:chgData name="Guest User" userId="S::urn:spo:anon#d752679cb7c69f568ab34b5efa3877e77117b2c99e111a33e12a8688631fc323::" providerId="AD" clId="Web-{EF9BE123-E8D4-7829-8A28-B515DF009CF5}" dt="2024-10-14T10:57:37.347" v="6" actId="1076"/>
          <ac:spMkLst>
            <pc:docMk/>
            <pc:sldMk cId="4045680607" sldId="257"/>
            <ac:spMk id="7" creationId="{95DC8D60-D897-E76D-5944-E34AC42D599A}"/>
          </ac:spMkLst>
        </pc:spChg>
        <pc:spChg chg="add del mod">
          <ac:chgData name="Guest User" userId="S::urn:spo:anon#d752679cb7c69f568ab34b5efa3877e77117b2c99e111a33e12a8688631fc323::" providerId="AD" clId="Web-{EF9BE123-E8D4-7829-8A28-B515DF009CF5}" dt="2024-10-14T11:01:47.076" v="56"/>
          <ac:spMkLst>
            <pc:docMk/>
            <pc:sldMk cId="4045680607" sldId="257"/>
            <ac:spMk id="8" creationId="{D6CBEF49-8C40-791B-035B-CCC93B2772F4}"/>
          </ac:spMkLst>
        </pc:spChg>
        <pc:picChg chg="mod">
          <ac:chgData name="Guest User" userId="S::urn:spo:anon#d752679cb7c69f568ab34b5efa3877e77117b2c99e111a33e12a8688631fc323::" providerId="AD" clId="Web-{EF9BE123-E8D4-7829-8A28-B515DF009CF5}" dt="2024-10-14T11:01:53.842" v="57" actId="1076"/>
          <ac:picMkLst>
            <pc:docMk/>
            <pc:sldMk cId="4045680607" sldId="257"/>
            <ac:picMk id="4" creationId="{D8BC8C71-C0B0-5838-4AE4-0CD8689A2A5F}"/>
          </ac:picMkLst>
        </pc:picChg>
        <pc:picChg chg="mod">
          <ac:chgData name="Guest User" userId="S::urn:spo:anon#d752679cb7c69f568ab34b5efa3877e77117b2c99e111a33e12a8688631fc323::" providerId="AD" clId="Web-{EF9BE123-E8D4-7829-8A28-B515DF009CF5}" dt="2024-10-14T10:57:34.050" v="5" actId="1076"/>
          <ac:picMkLst>
            <pc:docMk/>
            <pc:sldMk cId="4045680607" sldId="257"/>
            <ac:picMk id="5" creationId="{52F58733-9F40-0E17-D671-98C86E3A2758}"/>
          </ac:picMkLst>
        </pc:picChg>
      </pc:sldChg>
    </pc:docChg>
  </pc:docChgLst>
  <pc:docChgLst>
    <pc:chgData name="Tom Finke" userId="S::22166511@student.westernsydney.edu.au::e8e24d62-6e73-4f48-8276-9f679a6e1cb6" providerId="AD" clId="Web-{91DB76D0-4275-B493-F6CE-753CD48D6E87}"/>
    <pc:docChg chg="modSld">
      <pc:chgData name="Tom Finke" userId="S::22166511@student.westernsydney.edu.au::e8e24d62-6e73-4f48-8276-9f679a6e1cb6" providerId="AD" clId="Web-{91DB76D0-4275-B493-F6CE-753CD48D6E87}" dt="2024-10-16T01:43:15.751" v="61"/>
      <pc:docMkLst>
        <pc:docMk/>
      </pc:docMkLst>
      <pc:sldChg chg="modNotes">
        <pc:chgData name="Tom Finke" userId="S::22166511@student.westernsydney.edu.au::e8e24d62-6e73-4f48-8276-9f679a6e1cb6" providerId="AD" clId="Web-{91DB76D0-4275-B493-F6CE-753CD48D6E87}" dt="2024-10-16T01:43:15.751" v="61"/>
        <pc:sldMkLst>
          <pc:docMk/>
          <pc:sldMk cId="4228503265" sldId="275"/>
        </pc:sldMkLst>
      </pc:sldChg>
    </pc:docChg>
  </pc:docChgLst>
  <pc:docChgLst>
    <pc:chgData name="Tom Finke" userId="S::22166511@student.westernsydney.edu.au::e8e24d62-6e73-4f48-8276-9f679a6e1cb6" providerId="AD" clId="Web-{69B7D8FF-17D6-F569-1F72-311F2A46B20E}"/>
    <pc:docChg chg="modSld">
      <pc:chgData name="Tom Finke" userId="S::22166511@student.westernsydney.edu.au::e8e24d62-6e73-4f48-8276-9f679a6e1cb6" providerId="AD" clId="Web-{69B7D8FF-17D6-F569-1F72-311F2A46B20E}" dt="2024-10-16T01:44:37.724" v="8" actId="20577"/>
      <pc:docMkLst>
        <pc:docMk/>
      </pc:docMkLst>
      <pc:sldChg chg="modSp">
        <pc:chgData name="Tom Finke" userId="S::22166511@student.westernsydney.edu.au::e8e24d62-6e73-4f48-8276-9f679a6e1cb6" providerId="AD" clId="Web-{69B7D8FF-17D6-F569-1F72-311F2A46B20E}" dt="2024-10-16T01:44:37.724" v="8" actId="20577"/>
        <pc:sldMkLst>
          <pc:docMk/>
          <pc:sldMk cId="1577499883" sldId="256"/>
        </pc:sldMkLst>
        <pc:spChg chg="mod">
          <ac:chgData name="Tom Finke" userId="S::22166511@student.westernsydney.edu.au::e8e24d62-6e73-4f48-8276-9f679a6e1cb6" providerId="AD" clId="Web-{69B7D8FF-17D6-F569-1F72-311F2A46B20E}" dt="2024-10-16T01:44:37.724" v="8" actId="20577"/>
          <ac:spMkLst>
            <pc:docMk/>
            <pc:sldMk cId="1577499883" sldId="256"/>
            <ac:spMk id="3" creationId="{00000000-0000-0000-0000-000000000000}"/>
          </ac:spMkLst>
        </pc:spChg>
      </pc:sldChg>
    </pc:docChg>
  </pc:docChgLst>
  <pc:docChgLst>
    <pc:chgData name="Tom Finke" userId="S::22166511@student.westernsydney.edu.au::e8e24d62-6e73-4f48-8276-9f679a6e1cb6" providerId="AD" clId="Web-{C5665EE1-FE8D-CEC5-E2E5-FDD3C664589F}"/>
    <pc:docChg chg="modSld">
      <pc:chgData name="Tom Finke" userId="S::22166511@student.westernsydney.edu.au::e8e24d62-6e73-4f48-8276-9f679a6e1cb6" providerId="AD" clId="Web-{C5665EE1-FE8D-CEC5-E2E5-FDD3C664589F}" dt="2024-10-16T01:23:57.448" v="8" actId="1076"/>
      <pc:docMkLst>
        <pc:docMk/>
      </pc:docMkLst>
      <pc:sldChg chg="modAnim">
        <pc:chgData name="Tom Finke" userId="S::22166511@student.westernsydney.edu.au::e8e24d62-6e73-4f48-8276-9f679a6e1cb6" providerId="AD" clId="Web-{C5665EE1-FE8D-CEC5-E2E5-FDD3C664589F}" dt="2024-10-16T00:14:12.325" v="0"/>
        <pc:sldMkLst>
          <pc:docMk/>
          <pc:sldMk cId="1394642352" sldId="261"/>
        </pc:sldMkLst>
      </pc:sldChg>
      <pc:sldChg chg="modAnim">
        <pc:chgData name="Tom Finke" userId="S::22166511@student.westernsydney.edu.au::e8e24d62-6e73-4f48-8276-9f679a6e1cb6" providerId="AD" clId="Web-{C5665EE1-FE8D-CEC5-E2E5-FDD3C664589F}" dt="2024-10-16T00:16:31.550" v="2"/>
        <pc:sldMkLst>
          <pc:docMk/>
          <pc:sldMk cId="32187474" sldId="262"/>
        </pc:sldMkLst>
      </pc:sldChg>
      <pc:sldChg chg="modSp">
        <pc:chgData name="Tom Finke" userId="S::22166511@student.westernsydney.edu.au::e8e24d62-6e73-4f48-8276-9f679a6e1cb6" providerId="AD" clId="Web-{C5665EE1-FE8D-CEC5-E2E5-FDD3C664589F}" dt="2024-10-16T01:23:57.448" v="8" actId="1076"/>
        <pc:sldMkLst>
          <pc:docMk/>
          <pc:sldMk cId="2704370209" sldId="273"/>
        </pc:sldMkLst>
        <pc:spChg chg="mod">
          <ac:chgData name="Tom Finke" userId="S::22166511@student.westernsydney.edu.au::e8e24d62-6e73-4f48-8276-9f679a6e1cb6" providerId="AD" clId="Web-{C5665EE1-FE8D-CEC5-E2E5-FDD3C664589F}" dt="2024-10-16T01:23:42.807" v="5" actId="1076"/>
          <ac:spMkLst>
            <pc:docMk/>
            <pc:sldMk cId="2704370209" sldId="273"/>
            <ac:spMk id="2" creationId="{38E71438-E596-AE42-6657-5AD7AA398E3D}"/>
          </ac:spMkLst>
        </pc:spChg>
        <pc:picChg chg="mod">
          <ac:chgData name="Tom Finke" userId="S::22166511@student.westernsydney.edu.au::e8e24d62-6e73-4f48-8276-9f679a6e1cb6" providerId="AD" clId="Web-{C5665EE1-FE8D-CEC5-E2E5-FDD3C664589F}" dt="2024-10-16T01:23:57.448" v="8" actId="1076"/>
          <ac:picMkLst>
            <pc:docMk/>
            <pc:sldMk cId="2704370209" sldId="273"/>
            <ac:picMk id="6" creationId="{C488371D-1C28-FCF6-0496-0E3C34B30565}"/>
          </ac:picMkLst>
        </pc:picChg>
      </pc:sldChg>
    </pc:docChg>
  </pc:docChgLst>
  <pc:docChgLst>
    <pc:chgData name="Gabriel Himmelein" userId="S::22166413@student.westernsydney.edu.au::65b3d922-2394-47a2-9631-fe39f6dcf5f7" providerId="AD" clId="Web-{186C97A5-8798-D77A-859B-D39EB597282C}"/>
    <pc:docChg chg="addSld modSld sldOrd addMainMaster delMainMaster">
      <pc:chgData name="Gabriel Himmelein" userId="S::22166413@student.westernsydney.edu.au::65b3d922-2394-47a2-9631-fe39f6dcf5f7" providerId="AD" clId="Web-{186C97A5-8798-D77A-859B-D39EB597282C}" dt="2024-10-14T10:37:15.142" v="190"/>
      <pc:docMkLst>
        <pc:docMk/>
      </pc:docMkLst>
      <pc:sldChg chg="modSp mod modClrScheme chgLayout">
        <pc:chgData name="Gabriel Himmelein" userId="S::22166413@student.westernsydney.edu.au::65b3d922-2394-47a2-9631-fe39f6dcf5f7" providerId="AD" clId="Web-{186C97A5-8798-D77A-859B-D39EB597282C}" dt="2024-10-14T10:37:15.142" v="190"/>
        <pc:sldMkLst>
          <pc:docMk/>
          <pc:sldMk cId="1577499883" sldId="256"/>
        </pc:sldMkLst>
        <pc:spChg chg="mod ord">
          <ac:chgData name="Gabriel Himmelein" userId="S::22166413@student.westernsydney.edu.au::65b3d922-2394-47a2-9631-fe39f6dcf5f7" providerId="AD" clId="Web-{186C97A5-8798-D77A-859B-D39EB597282C}" dt="2024-10-14T10:37:15.142" v="190"/>
          <ac:spMkLst>
            <pc:docMk/>
            <pc:sldMk cId="1577499883" sldId="256"/>
            <ac:spMk id="2" creationId="{00000000-0000-0000-0000-000000000000}"/>
          </ac:spMkLst>
        </pc:spChg>
        <pc:spChg chg="mod ord">
          <ac:chgData name="Gabriel Himmelein" userId="S::22166413@student.westernsydney.edu.au::65b3d922-2394-47a2-9631-fe39f6dcf5f7" providerId="AD" clId="Web-{186C97A5-8798-D77A-859B-D39EB597282C}" dt="2024-10-14T10:37:15.142" v="190"/>
          <ac:spMkLst>
            <pc:docMk/>
            <pc:sldMk cId="1577499883" sldId="256"/>
            <ac:spMk id="3" creationId="{00000000-0000-0000-0000-000000000000}"/>
          </ac:spMkLst>
        </pc:spChg>
      </pc:sldChg>
      <pc:sldChg chg="modSp mod modClrScheme chgLayout">
        <pc:chgData name="Gabriel Himmelein" userId="S::22166413@student.westernsydney.edu.au::65b3d922-2394-47a2-9631-fe39f6dcf5f7" providerId="AD" clId="Web-{186C97A5-8798-D77A-859B-D39EB597282C}" dt="2024-10-14T10:37:15.142" v="190"/>
        <pc:sldMkLst>
          <pc:docMk/>
          <pc:sldMk cId="4045680607" sldId="257"/>
        </pc:sldMkLst>
        <pc:spChg chg="mod ord">
          <ac:chgData name="Gabriel Himmelein" userId="S::22166413@student.westernsydney.edu.au::65b3d922-2394-47a2-9631-fe39f6dcf5f7" providerId="AD" clId="Web-{186C97A5-8798-D77A-859B-D39EB597282C}" dt="2024-10-14T10:37:15.142" v="190"/>
          <ac:spMkLst>
            <pc:docMk/>
            <pc:sldMk cId="4045680607" sldId="257"/>
            <ac:spMk id="2" creationId="{CCE257D8-AC05-719A-E65D-F4C3A4941632}"/>
          </ac:spMkLst>
        </pc:spChg>
      </pc:sldChg>
      <pc:sldChg chg="modSp mod modClrScheme chgLayout">
        <pc:chgData name="Gabriel Himmelein" userId="S::22166413@student.westernsydney.edu.au::65b3d922-2394-47a2-9631-fe39f6dcf5f7" providerId="AD" clId="Web-{186C97A5-8798-D77A-859B-D39EB597282C}" dt="2024-10-14T10:37:15.142" v="190"/>
        <pc:sldMkLst>
          <pc:docMk/>
          <pc:sldMk cId="1602977187" sldId="258"/>
        </pc:sldMkLst>
        <pc:spChg chg="mod ord">
          <ac:chgData name="Gabriel Himmelein" userId="S::22166413@student.westernsydney.edu.au::65b3d922-2394-47a2-9631-fe39f6dcf5f7" providerId="AD" clId="Web-{186C97A5-8798-D77A-859B-D39EB597282C}" dt="2024-10-14T10:37:15.142" v="190"/>
          <ac:spMkLst>
            <pc:docMk/>
            <pc:sldMk cId="1602977187" sldId="258"/>
            <ac:spMk id="2" creationId="{370560A2-8E3A-5121-A8A4-E3DB30C5C6C5}"/>
          </ac:spMkLst>
        </pc:spChg>
        <pc:spChg chg="mod ord">
          <ac:chgData name="Gabriel Himmelein" userId="S::22166413@student.westernsydney.edu.au::65b3d922-2394-47a2-9631-fe39f6dcf5f7" providerId="AD" clId="Web-{186C97A5-8798-D77A-859B-D39EB597282C}" dt="2024-10-14T10:37:15.142" v="190"/>
          <ac:spMkLst>
            <pc:docMk/>
            <pc:sldMk cId="1602977187" sldId="258"/>
            <ac:spMk id="3" creationId="{758DF247-FB80-4F5A-94AE-7CC59B5FF018}"/>
          </ac:spMkLst>
        </pc:spChg>
      </pc:sldChg>
      <pc:sldChg chg="addSp delSp modSp add mod ord replId modClrScheme chgLayout">
        <pc:chgData name="Gabriel Himmelein" userId="S::22166413@student.westernsydney.edu.au::65b3d922-2394-47a2-9631-fe39f6dcf5f7" providerId="AD" clId="Web-{186C97A5-8798-D77A-859B-D39EB597282C}" dt="2024-10-14T10:37:15.142" v="190"/>
        <pc:sldMkLst>
          <pc:docMk/>
          <pc:sldMk cId="2034826702" sldId="259"/>
        </pc:sldMkLst>
        <pc:spChg chg="mod ord">
          <ac:chgData name="Gabriel Himmelein" userId="S::22166413@student.westernsydney.edu.au::65b3d922-2394-47a2-9631-fe39f6dcf5f7" providerId="AD" clId="Web-{186C97A5-8798-D77A-859B-D39EB597282C}" dt="2024-10-14T10:37:15.142" v="190"/>
          <ac:spMkLst>
            <pc:docMk/>
            <pc:sldMk cId="2034826702" sldId="259"/>
            <ac:spMk id="2" creationId="{CCE257D8-AC05-719A-E65D-F4C3A4941632}"/>
          </ac:spMkLst>
        </pc:spChg>
        <pc:spChg chg="add del mod">
          <ac:chgData name="Gabriel Himmelein" userId="S::22166413@student.westernsydney.edu.au::65b3d922-2394-47a2-9631-fe39f6dcf5f7" providerId="AD" clId="Web-{186C97A5-8798-D77A-859B-D39EB597282C}" dt="2024-10-14T10:26:04.920" v="127"/>
          <ac:spMkLst>
            <pc:docMk/>
            <pc:sldMk cId="2034826702" sldId="259"/>
            <ac:spMk id="3" creationId="{72E63D16-E00B-BDEB-C2FE-31511E109165}"/>
          </ac:spMkLst>
        </pc:spChg>
        <pc:spChg chg="del">
          <ac:chgData name="Gabriel Himmelein" userId="S::22166413@student.westernsydney.edu.au::65b3d922-2394-47a2-9631-fe39f6dcf5f7" providerId="AD" clId="Web-{186C97A5-8798-D77A-859B-D39EB597282C}" dt="2024-10-14T10:12:25.132" v="3"/>
          <ac:spMkLst>
            <pc:docMk/>
            <pc:sldMk cId="2034826702" sldId="259"/>
            <ac:spMk id="6" creationId="{A8D13EEF-B491-D9DF-BC44-33CCE6819368}"/>
          </ac:spMkLst>
        </pc:spChg>
        <pc:spChg chg="del">
          <ac:chgData name="Gabriel Himmelein" userId="S::22166413@student.westernsydney.edu.au::65b3d922-2394-47a2-9631-fe39f6dcf5f7" providerId="AD" clId="Web-{186C97A5-8798-D77A-859B-D39EB597282C}" dt="2024-10-14T10:12:25.132" v="2"/>
          <ac:spMkLst>
            <pc:docMk/>
            <pc:sldMk cId="2034826702" sldId="259"/>
            <ac:spMk id="7" creationId="{95DC8D60-D897-E76D-5944-E34AC42D599A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4:26.121" v="104" actId="20577"/>
          <ac:spMkLst>
            <pc:docMk/>
            <pc:sldMk cId="2034826702" sldId="259"/>
            <ac:spMk id="9" creationId="{0F05B432-F588-275F-68C8-F6E213F1212A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1:06.099" v="54" actId="1076"/>
          <ac:spMkLst>
            <pc:docMk/>
            <pc:sldMk cId="2034826702" sldId="259"/>
            <ac:spMk id="10" creationId="{82EE03B0-3F8D-8021-815C-320838E62B05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5:13.434" v="115" actId="1076"/>
          <ac:spMkLst>
            <pc:docMk/>
            <pc:sldMk cId="2034826702" sldId="259"/>
            <ac:spMk id="11" creationId="{2847A211-A9AA-CF9C-4C2A-7E87DC700334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5:16.856" v="116" actId="1076"/>
          <ac:spMkLst>
            <pc:docMk/>
            <pc:sldMk cId="2034826702" sldId="259"/>
            <ac:spMk id="12" creationId="{309AB3F2-95B1-169E-D388-41D9EC3753BE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5:28.966" v="118" actId="1076"/>
          <ac:spMkLst>
            <pc:docMk/>
            <pc:sldMk cId="2034826702" sldId="259"/>
            <ac:spMk id="13" creationId="{4C1BD929-E816-49CE-CB0D-B9EF48FC23B7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5:22.341" v="117" actId="1076"/>
          <ac:spMkLst>
            <pc:docMk/>
            <pc:sldMk cId="2034826702" sldId="259"/>
            <ac:spMk id="14" creationId="{DBA33D6B-45F7-C523-4CA1-F7378542A6C5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5:40.576" v="121" actId="1076"/>
          <ac:spMkLst>
            <pc:docMk/>
            <pc:sldMk cId="2034826702" sldId="259"/>
            <ac:spMk id="15" creationId="{E99B1BB7-3153-1FD2-E036-0A31960E4BF0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8:09.689" v="141" actId="20577"/>
          <ac:spMkLst>
            <pc:docMk/>
            <pc:sldMk cId="2034826702" sldId="259"/>
            <ac:spMk id="16" creationId="{8EDA0768-765A-4E55-468A-D0A759600172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5:43.826" v="122" actId="1076"/>
          <ac:spMkLst>
            <pc:docMk/>
            <pc:sldMk cId="2034826702" sldId="259"/>
            <ac:spMk id="17" creationId="{EB217897-0AFD-8910-3429-46AE81CC84A4}"/>
          </ac:spMkLst>
        </pc:spChg>
        <pc:spChg chg="add mod">
          <ac:chgData name="Gabriel Himmelein" userId="S::22166413@student.westernsydney.edu.au::65b3d922-2394-47a2-9631-fe39f6dcf5f7" providerId="AD" clId="Web-{186C97A5-8798-D77A-859B-D39EB597282C}" dt="2024-10-14T10:28:35.034" v="144" actId="20577"/>
          <ac:spMkLst>
            <pc:docMk/>
            <pc:sldMk cId="2034826702" sldId="259"/>
            <ac:spMk id="18" creationId="{FAE8F0DA-C418-C739-E85E-CE9C0CC284B6}"/>
          </ac:spMkLst>
        </pc:spChg>
        <pc:picChg chg="del">
          <ac:chgData name="Gabriel Himmelein" userId="S::22166413@student.westernsydney.edu.au::65b3d922-2394-47a2-9631-fe39f6dcf5f7" providerId="AD" clId="Web-{186C97A5-8798-D77A-859B-D39EB597282C}" dt="2024-10-14T10:12:25.132" v="5"/>
          <ac:picMkLst>
            <pc:docMk/>
            <pc:sldMk cId="2034826702" sldId="259"/>
            <ac:picMk id="4" creationId="{D8BC8C71-C0B0-5838-4AE4-0CD8689A2A5F}"/>
          </ac:picMkLst>
        </pc:picChg>
        <pc:picChg chg="del">
          <ac:chgData name="Gabriel Himmelein" userId="S::22166413@student.westernsydney.edu.au::65b3d922-2394-47a2-9631-fe39f6dcf5f7" providerId="AD" clId="Web-{186C97A5-8798-D77A-859B-D39EB597282C}" dt="2024-10-14T10:12:25.132" v="4"/>
          <ac:picMkLst>
            <pc:docMk/>
            <pc:sldMk cId="2034826702" sldId="259"/>
            <ac:picMk id="5" creationId="{52F58733-9F40-0E17-D671-98C86E3A2758}"/>
          </ac:picMkLst>
        </pc:picChg>
        <pc:picChg chg="add mod">
          <ac:chgData name="Gabriel Himmelein" userId="S::22166413@student.westernsydney.edu.au::65b3d922-2394-47a2-9631-fe39f6dcf5f7" providerId="AD" clId="Web-{186C97A5-8798-D77A-859B-D39EB597282C}" dt="2024-10-14T10:17:20.109" v="24" actId="1076"/>
          <ac:picMkLst>
            <pc:docMk/>
            <pc:sldMk cId="2034826702" sldId="259"/>
            <ac:picMk id="8" creationId="{8EA81463-2136-2B69-05A3-508CFEC9FAEC}"/>
          </ac:picMkLst>
        </pc:picChg>
        <pc:picChg chg="add mod">
          <ac:chgData name="Gabriel Himmelein" userId="S::22166413@student.westernsydney.edu.au::65b3d922-2394-47a2-9631-fe39f6dcf5f7" providerId="AD" clId="Web-{186C97A5-8798-D77A-859B-D39EB597282C}" dt="2024-10-14T10:34:25.262" v="179" actId="1076"/>
          <ac:picMkLst>
            <pc:docMk/>
            <pc:sldMk cId="2034826702" sldId="259"/>
            <ac:picMk id="19" creationId="{9B14C78F-68A9-7CA9-FA69-D45DC49DC084}"/>
          </ac:picMkLst>
        </pc:picChg>
        <pc:picChg chg="add del mod">
          <ac:chgData name="Gabriel Himmelein" userId="S::22166413@student.westernsydney.edu.au::65b3d922-2394-47a2-9631-fe39f6dcf5f7" providerId="AD" clId="Web-{186C97A5-8798-D77A-859B-D39EB597282C}" dt="2024-10-14T10:30:26.771" v="151"/>
          <ac:picMkLst>
            <pc:docMk/>
            <pc:sldMk cId="2034826702" sldId="259"/>
            <ac:picMk id="20" creationId="{127BDFDE-3B4D-5283-D8E3-A1D84EBD49F2}"/>
          </ac:picMkLst>
        </pc:picChg>
        <pc:picChg chg="add mod">
          <ac:chgData name="Gabriel Himmelein" userId="S::22166413@student.westernsydney.edu.au::65b3d922-2394-47a2-9631-fe39f6dcf5f7" providerId="AD" clId="Web-{186C97A5-8798-D77A-859B-D39EB597282C}" dt="2024-10-14T10:34:18.356" v="178" actId="1076"/>
          <ac:picMkLst>
            <pc:docMk/>
            <pc:sldMk cId="2034826702" sldId="259"/>
            <ac:picMk id="21" creationId="{4EE4B75B-414E-F919-1B1C-0493187D9EF8}"/>
          </ac:picMkLst>
        </pc:picChg>
        <pc:picChg chg="add del mod">
          <ac:chgData name="Gabriel Himmelein" userId="S::22166413@student.westernsydney.edu.au::65b3d922-2394-47a2-9631-fe39f6dcf5f7" providerId="AD" clId="Web-{186C97A5-8798-D77A-859B-D39EB597282C}" dt="2024-10-14T10:33:43.417" v="173"/>
          <ac:picMkLst>
            <pc:docMk/>
            <pc:sldMk cId="2034826702" sldId="259"/>
            <ac:picMk id="22" creationId="{E5374C16-E42A-3D55-58D8-D975333F07F8}"/>
          </ac:picMkLst>
        </pc:picChg>
        <pc:picChg chg="add mod">
          <ac:chgData name="Gabriel Himmelein" userId="S::22166413@student.westernsydney.edu.au::65b3d922-2394-47a2-9631-fe39f6dcf5f7" providerId="AD" clId="Web-{186C97A5-8798-D77A-859B-D39EB597282C}" dt="2024-10-14T10:34:15.981" v="177" actId="1076"/>
          <ac:picMkLst>
            <pc:docMk/>
            <pc:sldMk cId="2034826702" sldId="259"/>
            <ac:picMk id="23" creationId="{D2F9B7E5-B464-5851-91E1-3C48C6108027}"/>
          </ac:picMkLst>
        </pc:picChg>
        <pc:picChg chg="add mod">
          <ac:chgData name="Gabriel Himmelein" userId="S::22166413@student.westernsydney.edu.au::65b3d922-2394-47a2-9631-fe39f6dcf5f7" providerId="AD" clId="Web-{186C97A5-8798-D77A-859B-D39EB597282C}" dt="2024-10-14T10:35:11.185" v="186" actId="1076"/>
          <ac:picMkLst>
            <pc:docMk/>
            <pc:sldMk cId="2034826702" sldId="259"/>
            <ac:picMk id="24" creationId="{FD5CD9D7-CD55-9A1C-6EDB-A6DF1ECC470E}"/>
          </ac:picMkLst>
        </pc:picChg>
      </pc:sldChg>
      <pc:sldMasterChg chg="del delSldLayout">
        <pc:chgData name="Gabriel Himmelein" userId="S::22166413@student.westernsydney.edu.au::65b3d922-2394-47a2-9631-fe39f6dcf5f7" providerId="AD" clId="Web-{186C97A5-8798-D77A-859B-D39EB597282C}" dt="2024-10-14T10:36:37.563" v="187"/>
        <pc:sldMasterMkLst>
          <pc:docMk/>
          <pc:sldMasterMk cId="594725491" sldId="2147483648"/>
        </pc:sldMasterMkLst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4043166929" sldId="2147483649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3433200589" sldId="2147483650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2835585648" sldId="2147483651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742901757" sldId="2147483652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2024084034" sldId="2147483653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2440206447" sldId="2147483654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3087692832" sldId="2147483655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3453883237" sldId="2147483656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2509888776" sldId="2147483657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1699206799" sldId="2147483658"/>
          </pc:sldLayoutMkLst>
        </pc:sldLayoutChg>
        <pc:sldLayoutChg chg="del">
          <pc:chgData name="Gabriel Himmelein" userId="S::22166413@student.westernsydney.edu.au::65b3d922-2394-47a2-9631-fe39f6dcf5f7" providerId="AD" clId="Web-{186C97A5-8798-D77A-859B-D39EB597282C}" dt="2024-10-14T10:36:37.563" v="187"/>
          <pc:sldLayoutMkLst>
            <pc:docMk/>
            <pc:sldMasterMk cId="594725491" sldId="2147483648"/>
            <pc:sldLayoutMk cId="2809958959" sldId="2147483659"/>
          </pc:sldLayoutMkLst>
        </pc:sldLayoutChg>
      </pc:sldMasterChg>
      <pc:sldMasterChg chg="add del addSldLayout delSldLayout modSldLayout">
        <pc:chgData name="Gabriel Himmelein" userId="S::22166413@student.westernsydney.edu.au::65b3d922-2394-47a2-9631-fe39f6dcf5f7" providerId="AD" clId="Web-{186C97A5-8798-D77A-859B-D39EB597282C}" dt="2024-10-14T10:36:59.985" v="188"/>
        <pc:sldMasterMkLst>
          <pc:docMk/>
          <pc:sldMasterMk cId="2965692082" sldId="2147483660"/>
        </pc:sldMasterMkLst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4213271913" sldId="2147483661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3794988681" sldId="2147483662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1044793841" sldId="2147483663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1089603504" sldId="2147483664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2629211114" sldId="2147483665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986719493" sldId="2147483666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2122003001" sldId="2147483667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1769164983" sldId="2147483668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2184572225" sldId="2147483669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448814463" sldId="2147483670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6:59.985" v="188"/>
          <pc:sldLayoutMkLst>
            <pc:docMk/>
            <pc:sldMasterMk cId="2965692082" sldId="2147483660"/>
            <pc:sldLayoutMk cId="3665492881" sldId="2147483671"/>
          </pc:sldLayoutMkLst>
        </pc:sldLayoutChg>
      </pc:sldMasterChg>
      <pc:sldMasterChg chg="add del addSldLayout delSldLayout modSldLayout">
        <pc:chgData name="Gabriel Himmelein" userId="S::22166413@student.westernsydney.edu.au::65b3d922-2394-47a2-9631-fe39f6dcf5f7" providerId="AD" clId="Web-{186C97A5-8798-D77A-859B-D39EB597282C}" dt="2024-10-14T10:37:06.704" v="189"/>
        <pc:sldMasterMkLst>
          <pc:docMk/>
          <pc:sldMasterMk cId="2647558393" sldId="2147483672"/>
        </pc:sldMasterMkLst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1092767319" sldId="2147483673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2908064211" sldId="2147483674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3989012163" sldId="2147483675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2171097355" sldId="2147483676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1957168048" sldId="2147483677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3330485241" sldId="2147483678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169312461" sldId="2147483679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814299114" sldId="2147483680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3673569886" sldId="2147483681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3248799678" sldId="2147483682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06.704" v="189"/>
          <pc:sldLayoutMkLst>
            <pc:docMk/>
            <pc:sldMasterMk cId="2647558393" sldId="2147483672"/>
            <pc:sldLayoutMk cId="2134861875" sldId="2147483683"/>
          </pc:sldLayoutMkLst>
        </pc:sldLayoutChg>
      </pc:sldMasterChg>
      <pc:sldMasterChg chg="add del addSldLayout delSldLayout modSldLayout">
        <pc:chgData name="Gabriel Himmelein" userId="S::22166413@student.westernsydney.edu.au::65b3d922-2394-47a2-9631-fe39f6dcf5f7" providerId="AD" clId="Web-{186C97A5-8798-D77A-859B-D39EB597282C}" dt="2024-10-14T10:37:15.142" v="190"/>
        <pc:sldMasterMkLst>
          <pc:docMk/>
          <pc:sldMasterMk cId="256705660" sldId="2147483684"/>
        </pc:sldMasterMkLst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8761329" sldId="2147483685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1687868060" sldId="2147483686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255419442" sldId="2147483687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4191359036" sldId="2147483688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3555342024" sldId="2147483689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66150254" sldId="2147483690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335272038" sldId="2147483691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10229995" sldId="2147483692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2017277334" sldId="2147483693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3979499111" sldId="2147483694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3588261436" sldId="2147483695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3881151355" sldId="2147483696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3961790769" sldId="2147483697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3040054712" sldId="2147483698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1948971960" sldId="2147483699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3554915889" sldId="2147483700"/>
          </pc:sldLayoutMkLst>
        </pc:sldLayoutChg>
        <pc:sldLayoutChg chg="add del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256705660" sldId="2147483684"/>
            <pc:sldLayoutMk cId="1283878803" sldId="2147483701"/>
          </pc:sldLayoutMkLst>
        </pc:sldLayoutChg>
      </pc:sldMasterChg>
      <pc:sldMasterChg chg="add addSldLayout modSldLayout">
        <pc:chgData name="Gabriel Himmelein" userId="S::22166413@student.westernsydney.edu.au::65b3d922-2394-47a2-9631-fe39f6dcf5f7" providerId="AD" clId="Web-{186C97A5-8798-D77A-859B-D39EB597282C}" dt="2024-10-14T10:37:15.142" v="190"/>
        <pc:sldMasterMkLst>
          <pc:docMk/>
          <pc:sldMasterMk cId="8771412" sldId="2147483702"/>
        </pc:sldMasterMkLst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287141503" sldId="2147483703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30065745" sldId="2147483704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3869030401" sldId="2147483705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2701198169" sldId="2147483706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1427574100" sldId="2147483707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3214790665" sldId="2147483708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1718014399" sldId="2147483709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763917595" sldId="2147483710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1963441045" sldId="2147483711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1474667700" sldId="2147483712"/>
          </pc:sldLayoutMkLst>
        </pc:sldLayoutChg>
        <pc:sldLayoutChg chg="add mod replId">
          <pc:chgData name="Gabriel Himmelein" userId="S::22166413@student.westernsydney.edu.au::65b3d922-2394-47a2-9631-fe39f6dcf5f7" providerId="AD" clId="Web-{186C97A5-8798-D77A-859B-D39EB597282C}" dt="2024-10-14T10:37:15.142" v="190"/>
          <pc:sldLayoutMkLst>
            <pc:docMk/>
            <pc:sldMasterMk cId="8771412" sldId="2147483702"/>
            <pc:sldLayoutMk cId="1530889290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0643E-7DCC-4E5F-9824-D0DDF9A079B1}" type="datetimeFigureOut">
              <a:t>23.07.25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61941-93C2-4161-953A-1FACB1E36C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5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Plot 1: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Show a </a:t>
            </a:r>
            <a:r>
              <a:rPr lang="en-US" err="1">
                <a:cs typeface="Calibri"/>
              </a:rPr>
              <a:t>normalised</a:t>
            </a:r>
            <a:r>
              <a:rPr lang="en-US">
                <a:cs typeface="Calibri"/>
              </a:rPr>
              <a:t> number of comments per post based on the date the post was made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There a gradual increase as time progress – as the election approaches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A notable peak around August-September which is when allegations against Trump began to surface and he was convicted</a:t>
            </a:r>
          </a:p>
          <a:p>
            <a:pPr marL="171450" indent="-171450">
              <a:buFont typeface="Calibri"/>
              <a:buChar char="-"/>
            </a:pPr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Plot 2: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Shows the total number of comments on all posts based on date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Similar shape to the first plot – with a peak in the same spot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A linear model was fitted to this plot which shows a positive gradient – implies there could be a positive linear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61941-93C2-4161-953A-1FACB1E36CF9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27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Plot 1 On the left  shows the </a:t>
            </a:r>
            <a:r>
              <a:rPr lang="en-US" err="1">
                <a:cs typeface="Calibri"/>
              </a:rPr>
              <a:t>normalised</a:t>
            </a:r>
            <a:r>
              <a:rPr lang="en-US">
                <a:cs typeface="Calibri"/>
              </a:rPr>
              <a:t> number of comments per post based on the date the post was made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while plot 2 On the right there is the total number of comments on all posts for each date</a:t>
            </a:r>
            <a:endParaRPr lang="en-US"/>
          </a:p>
          <a:p>
            <a:pPr marL="171450" indent="-171450">
              <a:buFont typeface="Calibri"/>
              <a:buChar char="-"/>
            </a:pPr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In Both:</a:t>
            </a:r>
          </a:p>
          <a:p>
            <a:pPr marL="171450" indent="-171450">
              <a:buFont typeface="Calibri,Sans-Serif"/>
              <a:buChar char="-"/>
            </a:pPr>
            <a:r>
              <a:rPr lang="en-US"/>
              <a:t>There a gradual increase as time progress – as the election approaches</a:t>
            </a:r>
            <a:endParaRPr lang="en-US">
              <a:cs typeface="Calibri"/>
            </a:endParaRPr>
          </a:p>
          <a:p>
            <a:pPr marL="171450" indent="-171450">
              <a:buFont typeface="Calibri,Sans-Serif"/>
              <a:buChar char="-"/>
            </a:pPr>
            <a:r>
              <a:rPr lang="en-US"/>
              <a:t>A notable peak around August-September which is when allegations against Trump began to surface and he was convicted</a:t>
            </a:r>
            <a:endParaRPr lang="en-US">
              <a:cs typeface="Calibri"/>
            </a:endParaRPr>
          </a:p>
          <a:p>
            <a:pPr marL="171450" indent="-171450">
              <a:buFont typeface="Calibri,Sans-Serif"/>
              <a:buChar char="-"/>
            </a:pPr>
            <a:r>
              <a:rPr lang="en-US"/>
              <a:t>A linear model shows a positive gradient – implies there could be a positive linear relationship</a:t>
            </a:r>
          </a:p>
          <a:p>
            <a:pPr marL="171450" indent="-171450">
              <a:buFont typeface="Calibri,Sans-Serif"/>
              <a:buChar char="-"/>
            </a:pPr>
            <a:endParaRPr lang="en-US">
              <a:cs typeface="Calibri"/>
            </a:endParaRPr>
          </a:p>
          <a:p>
            <a:pPr marL="171450" indent="-171450">
              <a:buFont typeface="Calibri,Sans-Serif"/>
              <a:buChar char="-"/>
            </a:pPr>
            <a:endParaRPr lang="en-US">
              <a:cs typeface="Calibri"/>
            </a:endParaRPr>
          </a:p>
          <a:p>
            <a:r>
              <a:rPr lang="en-US"/>
              <a:t>After background research, it was found that a Poisson Regression model was a better fit for our data type, so this plot is fitted with a Poisson Regression model.</a:t>
            </a:r>
          </a:p>
          <a:p>
            <a:endParaRPr lang="en-US"/>
          </a:p>
          <a:p>
            <a:r>
              <a:rPr lang="en-US"/>
              <a:t>Using these plots, as well as statistical analysis, enough evidence was reached to reject the null hypothesis and conclude that the number of</a:t>
            </a:r>
          </a:p>
          <a:p>
            <a:r>
              <a:rPr lang="en-US"/>
              <a:t>comments in electoral sub-</a:t>
            </a:r>
            <a:r>
              <a:rPr lang="en-US" err="1"/>
              <a:t>reddits</a:t>
            </a:r>
            <a:r>
              <a:rPr lang="en-US"/>
              <a:t> does increase as elections approach.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/>
              <a:t>However, there is a large amount of variance in the created models – implying that there are other factors that contribute to this relationship and cause this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61941-93C2-4161-953A-1FACB1E36CF9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29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After background research, it was found that a Poisson Regression model was a better fit for our data type, so this plot is fitted with a Poisson Regression model.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Using these plots, as well as statistical analysis, enough evidence was reached to reject the null hypothesis and conclude that the number of comments in electoral sub-</a:t>
            </a:r>
            <a:r>
              <a:rPr lang="en-US" err="1">
                <a:cs typeface="Calibri"/>
              </a:rPr>
              <a:t>reddits</a:t>
            </a:r>
            <a:r>
              <a:rPr lang="en-US">
                <a:cs typeface="Calibri"/>
              </a:rPr>
              <a:t> does increase as elections approach.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However, there is a large amount of variance in the created models – implying that there are other factors that contribute to this relationship and cause this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61941-93C2-4161-953A-1FACB1E36CF9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65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Plot 1: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Show a </a:t>
            </a:r>
            <a:r>
              <a:rPr lang="en-US" err="1">
                <a:cs typeface="Calibri"/>
              </a:rPr>
              <a:t>normalised</a:t>
            </a:r>
            <a:r>
              <a:rPr lang="en-US">
                <a:cs typeface="Calibri"/>
              </a:rPr>
              <a:t> number of comments per post based on the date the post was made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There a gradual increase as time progress – as the election approaches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A notable peak around August-September which is when allegations against Trump began to surface and he was convicted</a:t>
            </a:r>
          </a:p>
          <a:p>
            <a:pPr marL="171450" indent="-171450">
              <a:buFont typeface="Calibri"/>
              <a:buChar char="-"/>
            </a:pPr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Plot 2: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Shows the total number of comments on all posts based on date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Similar shape to the first plot – with a peak in the same spot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cs typeface="Calibri"/>
              </a:rPr>
              <a:t>A linear model was fitted to this plot which shows a positive gradient – implies there could be a positive linear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61941-93C2-4161-953A-1FACB1E36CF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73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61941-93C2-4161-953A-1FACB1E36CF9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4039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A noticeable imbalance in the clustering findings was discovered by K-means </a:t>
            </a:r>
            <a:r>
              <a:rPr lang="en-AU" err="1"/>
              <a:t>clustring</a:t>
            </a:r>
            <a:endParaRPr lang="en-AU"/>
          </a:p>
          <a:p>
            <a:r>
              <a:rPr lang="en-AU"/>
              <a:t>Which shows that numerous </a:t>
            </a:r>
            <a:r>
              <a:rPr lang="en-AU" err="1"/>
              <a:t>positngs</a:t>
            </a:r>
            <a:r>
              <a:rPr lang="en-AU"/>
              <a:t> were </a:t>
            </a:r>
            <a:r>
              <a:rPr lang="en-AU" err="1"/>
              <a:t>sparsley</a:t>
            </a:r>
            <a:r>
              <a:rPr lang="en-AU"/>
              <a:t> represented while a small number of subjects dominated the debate, such as Trump, election and people were often used</a:t>
            </a:r>
          </a:p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32D2A-1BDF-40C4-8000-3B938F5B22A8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0810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The prominence of the term trump </a:t>
            </a:r>
            <a:r>
              <a:rPr lang="en-AU" err="1"/>
              <a:t>sugguest</a:t>
            </a:r>
            <a:r>
              <a:rPr lang="en-AU"/>
              <a:t> that the discussions are heavily </a:t>
            </a:r>
            <a:r>
              <a:rPr lang="en-AU" err="1"/>
              <a:t>centered</a:t>
            </a:r>
            <a:r>
              <a:rPr lang="en-AU"/>
              <a:t> around Donald trump</a:t>
            </a:r>
          </a:p>
          <a:p>
            <a:r>
              <a:rPr lang="en-AU"/>
              <a:t>This could reflect recent news, public </a:t>
            </a:r>
            <a:r>
              <a:rPr lang="en-AU" err="1"/>
              <a:t>aperance</a:t>
            </a:r>
            <a:r>
              <a:rPr lang="en-AU"/>
              <a:t> or controversies related to him</a:t>
            </a:r>
            <a:endParaRPr lang="en-AU">
              <a:cs typeface="Calibri"/>
            </a:endParaRPr>
          </a:p>
          <a:p>
            <a:endParaRPr lang="en-AU"/>
          </a:p>
          <a:p>
            <a:endParaRPr lang="en-GB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32D2A-1BDF-40C4-8000-3B938F5B22A8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838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32D2A-1BDF-40C4-8000-3B938F5B22A8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045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/>
              <a:t>Cluster </a:t>
            </a:r>
            <a:r>
              <a:rPr lang="en-GB" b="1" err="1"/>
              <a:t>Sizes:</a:t>
            </a:r>
            <a:r>
              <a:rPr lang="en-GB" err="1"/>
              <a:t>Cluster</a:t>
            </a:r>
            <a:r>
              <a:rPr lang="en-GB"/>
              <a:t> 1: 6509 posts (majority)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Clusters 2-9: Very few posts (e.g., 4, 13, 3, 1)</a:t>
            </a:r>
          </a:p>
          <a:p>
            <a:r>
              <a:rPr lang="en-GB" b="1"/>
              <a:t>Interpretation:</a:t>
            </a:r>
            <a:r>
              <a:rPr lang="en-GB"/>
              <a:t> One main topic dominates; others are minor.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32D2A-1BDF-40C4-8000-3B938F5B22A8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1246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</a:t>
            </a:r>
            <a:r>
              <a:rPr lang="en-US" b="1"/>
              <a:t>Cluster </a:t>
            </a:r>
            <a:r>
              <a:rPr lang="en-US" b="1" err="1"/>
              <a:t>Sizes:</a:t>
            </a:r>
            <a:r>
              <a:rPr lang="en-US" err="1"/>
              <a:t>Cluster</a:t>
            </a:r>
            <a:r>
              <a:rPr lang="en-US"/>
              <a:t> 1: 6645 posts (majority)</a:t>
            </a:r>
          </a:p>
          <a:p>
            <a:r>
              <a:rPr lang="en-US"/>
              <a:t>•Cluster 2: 272 posts</a:t>
            </a:r>
            <a:endParaRPr lang="en-US">
              <a:cs typeface="Calibri"/>
            </a:endParaRPr>
          </a:p>
          <a:p>
            <a:r>
              <a:rPr lang="en-US"/>
              <a:t>•Clusters 3-6: Very few posts (e.g., 1, 4, 14)</a:t>
            </a:r>
            <a:endParaRPr lang="en-US">
              <a:cs typeface="Calibri"/>
            </a:endParaRPr>
          </a:p>
          <a:p>
            <a:r>
              <a:rPr lang="en-US" b="1"/>
              <a:t>Interpretation:</a:t>
            </a:r>
            <a:r>
              <a:rPr lang="en-US"/>
              <a:t> Similar pattern; one cluster has most discussions.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61941-93C2-4161-953A-1FACB1E36CF9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17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de-DE"/>
              <a:t> There </a:t>
            </a:r>
            <a:r>
              <a:rPr lang="de-DE" err="1"/>
              <a:t>is</a:t>
            </a:r>
            <a:r>
              <a:rPr lang="de-DE"/>
              <a:t> a </a:t>
            </a:r>
            <a:r>
              <a:rPr lang="de-DE" err="1"/>
              <a:t>relationship</a:t>
            </a:r>
            <a:r>
              <a:rPr lang="de-DE"/>
              <a:t> </a:t>
            </a:r>
            <a:r>
              <a:rPr lang="de-DE" err="1"/>
              <a:t>between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number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comments</a:t>
            </a:r>
            <a:r>
              <a:rPr lang="de-DE"/>
              <a:t> and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election</a:t>
            </a:r>
            <a:r>
              <a:rPr lang="de-DE"/>
              <a:t> </a:t>
            </a:r>
            <a:r>
              <a:rPr lang="de-DE" err="1"/>
              <a:t>period</a:t>
            </a:r>
            <a:endParaRPr lang="de-DE">
              <a:cs typeface="Calibri" panose="020F0502020204030204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de-DE" err="1"/>
              <a:t>There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distinguishable</a:t>
            </a:r>
            <a:r>
              <a:rPr lang="de-DE"/>
              <a:t> </a:t>
            </a:r>
            <a:r>
              <a:rPr lang="de-DE" err="1"/>
              <a:t>communities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their</a:t>
            </a:r>
            <a:r>
              <a:rPr lang="de-DE"/>
              <a:t> own </a:t>
            </a:r>
            <a:r>
              <a:rPr lang="de-DE" err="1"/>
              <a:t>distinct</a:t>
            </a:r>
            <a:r>
              <a:rPr lang="de-DE"/>
              <a:t> </a:t>
            </a:r>
            <a:r>
              <a:rPr lang="de-DE" err="1"/>
              <a:t>focus</a:t>
            </a:r>
            <a:r>
              <a:rPr lang="de-DE"/>
              <a:t>. </a:t>
            </a:r>
            <a:r>
              <a:rPr lang="de-DE" err="1"/>
              <a:t>Some</a:t>
            </a:r>
            <a:r>
              <a:rPr lang="de-DE"/>
              <a:t> </a:t>
            </a:r>
            <a:r>
              <a:rPr lang="de-DE" err="1"/>
              <a:t>users</a:t>
            </a:r>
            <a:r>
              <a:rPr lang="de-DE"/>
              <a:t> </a:t>
            </a:r>
            <a:r>
              <a:rPr lang="de-DE" err="1"/>
              <a:t>play</a:t>
            </a:r>
            <a:r>
              <a:rPr lang="de-DE"/>
              <a:t> a </a:t>
            </a:r>
            <a:r>
              <a:rPr lang="de-DE" err="1"/>
              <a:t>key</a:t>
            </a:r>
            <a:r>
              <a:rPr lang="de-DE"/>
              <a:t> </a:t>
            </a:r>
            <a:r>
              <a:rPr lang="de-DE" err="1"/>
              <a:t>role</a:t>
            </a:r>
            <a:r>
              <a:rPr lang="de-DE"/>
              <a:t> in </a:t>
            </a:r>
            <a:r>
              <a:rPr lang="de-DE" err="1"/>
              <a:t>these</a:t>
            </a:r>
            <a:r>
              <a:rPr lang="de-DE"/>
              <a:t> </a:t>
            </a:r>
            <a:r>
              <a:rPr lang="de-DE" err="1"/>
              <a:t>communities</a:t>
            </a:r>
            <a:endParaRPr lang="de-DE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de-DE"/>
              <a:t>Overall, Trump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far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most</a:t>
            </a:r>
            <a:r>
              <a:rPr lang="de-DE"/>
              <a:t> dominant </a:t>
            </a:r>
            <a:r>
              <a:rPr lang="de-DE" err="1"/>
              <a:t>topic</a:t>
            </a:r>
            <a:r>
              <a:rPr lang="de-DE"/>
              <a:t> </a:t>
            </a:r>
            <a:r>
              <a:rPr lang="de-DE" err="1"/>
              <a:t>across</a:t>
            </a:r>
            <a:r>
              <a:rPr lang="de-DE"/>
              <a:t> all </a:t>
            </a:r>
            <a:r>
              <a:rPr lang="de-DE" err="1"/>
              <a:t>posts</a:t>
            </a:r>
            <a:r>
              <a:rPr lang="de-DE"/>
              <a:t> and </a:t>
            </a:r>
            <a:r>
              <a:rPr lang="de-DE" err="1"/>
              <a:t>subreddits</a:t>
            </a:r>
            <a:endParaRPr lang="de-DE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61941-93C2-4161-953A-1FACB1E36CF9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510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53CB9-4E0E-45F5-A1BE-8166F07B3C5C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4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341-6789-4931-B9F0-6EC65DB9F5CA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0259-6DBF-456C-A563-1033668B0365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3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57B0-38CA-4512-9411-E5C699C32E6F}" type="datetime1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9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D068-3AB5-4031-968B-EC16B96B087A}" type="datetime1">
              <a:rPr lang="en-US" smtClean="0"/>
              <a:t>7/23/25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57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B87D-BD6A-405B-8564-33A008C1A623}" type="datetime1">
              <a:rPr lang="en-US" smtClean="0"/>
              <a:t>7/23/25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90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C6579-549F-45F4-BB01-626C8F677470}" type="datetime1">
              <a:rPr lang="en-US" smtClean="0"/>
              <a:t>7/23/25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1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28B5-4340-4F5B-8EC5-70308B8F360E}" type="datetime1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1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9BAF3-01B5-4511-BAFD-3187D86E8E46}" type="datetime1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4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EF43-6597-4654-9CA4-BDF8D26C57BC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6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0AC7-9453-42F9-AF10-4508A21DA24A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8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CF0801F5-0E23-48AA-9C29-977A128679C1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3" Type="http://schemas.openxmlformats.org/officeDocument/2006/relationships/image" Target="../media/image12.svg"/><Relationship Id="rId21" Type="http://schemas.openxmlformats.org/officeDocument/2006/relationships/image" Target="../media/image30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18" Type="http://schemas.openxmlformats.org/officeDocument/2006/relationships/image" Target="../media/image48.svg"/><Relationship Id="rId26" Type="http://schemas.openxmlformats.org/officeDocument/2006/relationships/image" Target="../media/image56.sv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6.svg"/><Relationship Id="rId20" Type="http://schemas.openxmlformats.org/officeDocument/2006/relationships/image" Target="../media/image50.sv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24" Type="http://schemas.openxmlformats.org/officeDocument/2006/relationships/image" Target="../media/image54.sv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svg"/><Relationship Id="rId10" Type="http://schemas.openxmlformats.org/officeDocument/2006/relationships/image" Target="../media/image40.svg"/><Relationship Id="rId19" Type="http://schemas.openxmlformats.org/officeDocument/2006/relationships/image" Target="../media/image49.pn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svg"/><Relationship Id="rId22" Type="http://schemas.openxmlformats.org/officeDocument/2006/relationships/image" Target="../media/image52.svg"/><Relationship Id="rId27" Type="http://schemas.openxmlformats.org/officeDocument/2006/relationships/image" Target="../media/image57.png"/><Relationship Id="rId30" Type="http://schemas.openxmlformats.org/officeDocument/2006/relationships/image" Target="../media/image6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analysis</a:t>
            </a:r>
            <a:r>
              <a:rPr lang="de-DE" dirty="0"/>
              <a:t> on US Political </a:t>
            </a:r>
            <a:r>
              <a:rPr lang="de-DE" dirty="0" err="1"/>
              <a:t>discussions</a:t>
            </a:r>
            <a:r>
              <a:rPr lang="de-DE" dirty="0"/>
              <a:t> on Reddit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Luke Dickson, Tom Finke, Gabriel </a:t>
            </a:r>
            <a:r>
              <a:rPr lang="de-DE" err="1"/>
              <a:t>Himmelein</a:t>
            </a:r>
            <a:r>
              <a:rPr lang="de-DE"/>
              <a:t>, </a:t>
            </a:r>
            <a:r>
              <a:rPr lang="de-DE" err="1">
                <a:ea typeface="+mn-lt"/>
                <a:cs typeface="+mn-lt"/>
              </a:rPr>
              <a:t>Margarette</a:t>
            </a:r>
            <a:r>
              <a:rPr lang="de-DE">
                <a:ea typeface="+mn-lt"/>
                <a:cs typeface="+mn-lt"/>
              </a:rPr>
              <a:t> Mendoza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58F7A-19BE-DD29-4746-30649119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57D8-AC05-719A-E65D-F4C3A494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03" y="113035"/>
            <a:ext cx="10515600" cy="1325563"/>
          </a:xfrm>
        </p:spPr>
        <p:txBody>
          <a:bodyPr/>
          <a:lstStyle/>
          <a:p>
            <a:r>
              <a:rPr lang="en-US"/>
              <a:t>Data collection</a:t>
            </a:r>
          </a:p>
        </p:txBody>
      </p:sp>
      <p:pic>
        <p:nvPicPr>
          <p:cNvPr id="8" name="Grafik 7" descr="Ein Bild, das Schwarz, Dunkelheit enthält.&#10;&#10;Beschreibung automatisch generiert.">
            <a:extLst>
              <a:ext uri="{FF2B5EF4-FFF2-40B4-BE49-F238E27FC236}">
                <a16:creationId xmlns:a16="http://schemas.microsoft.com/office/drawing/2014/main" id="{8EA81463-2136-2B69-05A3-508CFEC9FAE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79630" y="2051216"/>
            <a:ext cx="1601190" cy="159129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8DC2E02-09CD-D865-FF42-44628979A318}"/>
              </a:ext>
            </a:extLst>
          </p:cNvPr>
          <p:cNvGrpSpPr/>
          <p:nvPr/>
        </p:nvGrpSpPr>
        <p:grpSpPr>
          <a:xfrm>
            <a:off x="425531" y="3998521"/>
            <a:ext cx="1781299" cy="1574492"/>
            <a:chOff x="425531" y="3998521"/>
            <a:chExt cx="1781299" cy="1574492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F05B432-F588-275F-68C8-F6E213F1212A}"/>
                </a:ext>
              </a:extLst>
            </p:cNvPr>
            <p:cNvSpPr txBox="1"/>
            <p:nvPr/>
          </p:nvSpPr>
          <p:spPr>
            <a:xfrm>
              <a:off x="425532" y="3998521"/>
              <a:ext cx="1593272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 b="1"/>
                <a:t>Data </a:t>
              </a:r>
            </a:p>
            <a:p>
              <a:r>
                <a:rPr lang="de-DE" b="1" err="1"/>
                <a:t>Scope</a:t>
              </a:r>
              <a:endParaRPr lang="de-DE" b="1"/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2EE03B0-3F8D-8021-815C-320838E62B05}"/>
                </a:ext>
              </a:extLst>
            </p:cNvPr>
            <p:cNvSpPr txBox="1"/>
            <p:nvPr/>
          </p:nvSpPr>
          <p:spPr>
            <a:xfrm>
              <a:off x="425531" y="4649683"/>
              <a:ext cx="178129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/>
                <a:t>US </a:t>
              </a:r>
              <a:r>
                <a:rPr lang="de-DE" err="1"/>
                <a:t>political</a:t>
              </a:r>
              <a:r>
                <a:rPr lang="de-DE"/>
                <a:t> </a:t>
              </a:r>
              <a:r>
                <a:rPr lang="de-DE" err="1"/>
                <a:t>discussions</a:t>
              </a:r>
              <a:r>
                <a:rPr lang="de-DE"/>
                <a:t> on Reddit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A375976-D340-0691-49BA-C55E6A02B3A8}"/>
              </a:ext>
            </a:extLst>
          </p:cNvPr>
          <p:cNvGrpSpPr/>
          <p:nvPr/>
        </p:nvGrpSpPr>
        <p:grpSpPr>
          <a:xfrm>
            <a:off x="2898477" y="3998520"/>
            <a:ext cx="1777340" cy="1570537"/>
            <a:chOff x="2662052" y="3998520"/>
            <a:chExt cx="1777340" cy="1570537"/>
          </a:xfrm>
        </p:grpSpPr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2847A211-A9AA-CF9C-4C2A-7E87DC700334}"/>
                </a:ext>
              </a:extLst>
            </p:cNvPr>
            <p:cNvSpPr txBox="1"/>
            <p:nvPr/>
          </p:nvSpPr>
          <p:spPr>
            <a:xfrm>
              <a:off x="2662052" y="3998520"/>
              <a:ext cx="1593272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 b="1" err="1"/>
                <a:t>Selection</a:t>
              </a:r>
              <a:r>
                <a:rPr lang="de-DE" b="1"/>
                <a:t> </a:t>
              </a:r>
              <a:r>
                <a:rPr lang="de-DE" b="1" err="1"/>
                <a:t>of</a:t>
              </a:r>
              <a:r>
                <a:rPr lang="de-DE" b="1"/>
                <a:t> Subreddits</a:t>
              </a:r>
              <a:endParaRPr lang="de-DE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09AB3F2-95B1-169E-D388-41D9EC3753BE}"/>
                </a:ext>
              </a:extLst>
            </p:cNvPr>
            <p:cNvSpPr txBox="1"/>
            <p:nvPr/>
          </p:nvSpPr>
          <p:spPr>
            <a:xfrm>
              <a:off x="2666010" y="4645727"/>
              <a:ext cx="1773382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Capture influential communities </a:t>
              </a:r>
              <a:endParaRPr lang="de-DE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5954A4F-D7E8-16E0-922C-385313A8ACEE}"/>
              </a:ext>
            </a:extLst>
          </p:cNvPr>
          <p:cNvGrpSpPr/>
          <p:nvPr/>
        </p:nvGrpSpPr>
        <p:grpSpPr>
          <a:xfrm>
            <a:off x="5598621" y="3998520"/>
            <a:ext cx="1791855" cy="1847536"/>
            <a:chOff x="4918363" y="3998520"/>
            <a:chExt cx="1791855" cy="1847536"/>
          </a:xfrm>
        </p:grpSpPr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4C1BD929-E816-49CE-CB0D-B9EF48FC23B7}"/>
                </a:ext>
              </a:extLst>
            </p:cNvPr>
            <p:cNvSpPr txBox="1"/>
            <p:nvPr/>
          </p:nvSpPr>
          <p:spPr>
            <a:xfrm>
              <a:off x="4918363" y="3998520"/>
              <a:ext cx="1593272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 b="1"/>
                <a:t>Temporal Coverage</a:t>
              </a:r>
              <a:endParaRPr lang="de-DE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BA33D6B-45F7-C523-4CA1-F7378542A6C5}"/>
                </a:ext>
              </a:extLst>
            </p:cNvPr>
            <p:cNvSpPr txBox="1"/>
            <p:nvPr/>
          </p:nvSpPr>
          <p:spPr>
            <a:xfrm>
              <a:off x="4936836" y="4645727"/>
              <a:ext cx="1773382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Immediate trends and persistent topics</a:t>
              </a:r>
              <a:endParaRPr lang="de-DE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72262AA-83CE-432C-0F1C-60E346EFAD34}"/>
              </a:ext>
            </a:extLst>
          </p:cNvPr>
          <p:cNvGrpSpPr/>
          <p:nvPr/>
        </p:nvGrpSpPr>
        <p:grpSpPr>
          <a:xfrm>
            <a:off x="8311754" y="3998518"/>
            <a:ext cx="2173184" cy="1570538"/>
            <a:chOff x="7026234" y="3998518"/>
            <a:chExt cx="2173184" cy="1570538"/>
          </a:xfrm>
        </p:grpSpPr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E99B1BB7-3153-1FD2-E036-0A31960E4BF0}"/>
                </a:ext>
              </a:extLst>
            </p:cNvPr>
            <p:cNvSpPr txBox="1"/>
            <p:nvPr/>
          </p:nvSpPr>
          <p:spPr>
            <a:xfrm>
              <a:off x="7026234" y="3998518"/>
              <a:ext cx="1999012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 b="1"/>
                <a:t>Enhanced Post Information</a:t>
              </a:r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8EDA0768-765A-4E55-468A-D0A759600172}"/>
                </a:ext>
              </a:extLst>
            </p:cNvPr>
            <p:cNvSpPr txBox="1"/>
            <p:nvPr/>
          </p:nvSpPr>
          <p:spPr>
            <a:xfrm>
              <a:off x="7030192" y="4645726"/>
              <a:ext cx="2169226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Unify and enrich insights across the dataset</a:t>
              </a:r>
              <a:endParaRPr lang="de-DE"/>
            </a:p>
          </p:txBody>
        </p:sp>
      </p:grpSp>
      <p:pic>
        <p:nvPicPr>
          <p:cNvPr id="19" name="Grafik 18" descr="Ein Bild, das Schwarz, Dunkelheit enthält.&#10;&#10;Beschreibung automatisch generiert.">
            <a:extLst>
              <a:ext uri="{FF2B5EF4-FFF2-40B4-BE49-F238E27FC236}">
                <a16:creationId xmlns:a16="http://schemas.microsoft.com/office/drawing/2014/main" id="{9B14C78F-68A9-7CA9-FA69-D45DC49DC08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980449" y="2051216"/>
            <a:ext cx="1601190" cy="1591294"/>
          </a:xfrm>
          <a:prstGeom prst="rect">
            <a:avLst/>
          </a:prstGeom>
        </p:spPr>
      </p:pic>
      <p:pic>
        <p:nvPicPr>
          <p:cNvPr id="21" name="Grafik 20" descr="Ein Bild, das Schwarz, Dunkelheit enthält.&#10;&#10;Beschreibung automatisch generiert.">
            <a:extLst>
              <a:ext uri="{FF2B5EF4-FFF2-40B4-BE49-F238E27FC236}">
                <a16:creationId xmlns:a16="http://schemas.microsoft.com/office/drawing/2014/main" id="{4EE4B75B-414E-F919-1B1C-0493187D9EF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5683399" y="2155125"/>
            <a:ext cx="1393372" cy="1383476"/>
          </a:xfrm>
          <a:prstGeom prst="rect">
            <a:avLst/>
          </a:prstGeom>
          <a:effectLst/>
        </p:spPr>
      </p:pic>
      <p:pic>
        <p:nvPicPr>
          <p:cNvPr id="23" name="Grafik 22" descr="Ein Bild, das Schwarz, Dunkelheit enthält.&#10;&#10;Beschreibung automatisch generiert.">
            <a:extLst>
              <a:ext uri="{FF2B5EF4-FFF2-40B4-BE49-F238E27FC236}">
                <a16:creationId xmlns:a16="http://schemas.microsoft.com/office/drawing/2014/main" id="{D2F9B7E5-B464-5851-91E1-3C48C610802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8467288" y="1991841"/>
            <a:ext cx="1601190" cy="160119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A43198-0909-4BE2-BBBD-0B59B66E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2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57D8-AC05-719A-E65D-F4C3A494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1411" y="84388"/>
            <a:ext cx="3390231" cy="1325563"/>
          </a:xfrm>
        </p:spPr>
        <p:txBody>
          <a:bodyPr/>
          <a:lstStyle/>
          <a:p>
            <a:pPr algn="r"/>
            <a:r>
              <a:rPr lang="en-US"/>
              <a:t>Plots -</a:t>
            </a:r>
            <a:br>
              <a:rPr lang="en-US"/>
            </a:br>
            <a:r>
              <a:rPr lang="en-US"/>
              <a:t>Linear Models</a:t>
            </a:r>
          </a:p>
        </p:txBody>
      </p:sp>
      <p:pic>
        <p:nvPicPr>
          <p:cNvPr id="4" name="Picture 3" descr="A graph with blue lines&#10;&#10;Description automatically generated">
            <a:extLst>
              <a:ext uri="{FF2B5EF4-FFF2-40B4-BE49-F238E27FC236}">
                <a16:creationId xmlns:a16="http://schemas.microsoft.com/office/drawing/2014/main" id="{D8BC8C71-C0B0-5838-4AE4-0CD8689A2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39" y="513933"/>
            <a:ext cx="5524500" cy="3667125"/>
          </a:xfrm>
          <a:prstGeom prst="rect">
            <a:avLst/>
          </a:prstGeom>
        </p:spPr>
      </p:pic>
      <p:pic>
        <p:nvPicPr>
          <p:cNvPr id="5" name="Picture 4" descr="A graph of a number of comments&#10;&#10;Description automatically generated">
            <a:extLst>
              <a:ext uri="{FF2B5EF4-FFF2-40B4-BE49-F238E27FC236}">
                <a16:creationId xmlns:a16="http://schemas.microsoft.com/office/drawing/2014/main" id="{52F58733-9F40-0E17-D671-98C86E3A2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312" y="2753394"/>
            <a:ext cx="5457825" cy="3714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D13EEF-B491-D9DF-BC44-33CCE6819368}"/>
              </a:ext>
            </a:extLst>
          </p:cNvPr>
          <p:cNvSpPr txBox="1"/>
          <p:nvPr/>
        </p:nvSpPr>
        <p:spPr>
          <a:xfrm>
            <a:off x="1410237" y="4520333"/>
            <a:ext cx="25823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Plot of </a:t>
            </a:r>
            <a:r>
              <a:rPr lang="en-GB"/>
              <a:t>Normalised</a:t>
            </a:r>
            <a:r>
              <a:rPr lang="en-US"/>
              <a:t> Number of Comments on Posts Based on Date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C8D60-D897-E76D-5944-E34AC42D599A}"/>
              </a:ext>
            </a:extLst>
          </p:cNvPr>
          <p:cNvSpPr txBox="1"/>
          <p:nvPr/>
        </p:nvSpPr>
        <p:spPr>
          <a:xfrm>
            <a:off x="7759908" y="1612593"/>
            <a:ext cx="234426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Plot on Total Number of Comments on All Posts Each Day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F9A2DD-4EFC-D01A-EB84-88520FB2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80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F381-7916-DCC0-31A7-0501B1C9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513" y="1032076"/>
            <a:ext cx="3416487" cy="857559"/>
          </a:xfrm>
        </p:spPr>
        <p:txBody>
          <a:bodyPr/>
          <a:lstStyle/>
          <a:p>
            <a:pPr algn="r"/>
            <a:r>
              <a:rPr lang="en-US"/>
              <a:t>Plot - </a:t>
            </a:r>
            <a:br>
              <a:rPr lang="en-US"/>
            </a:br>
            <a:r>
              <a:rPr lang="en-US"/>
              <a:t>Poisson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2612-DCBA-19A3-63BD-0DA3F11DB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408" y="5280526"/>
            <a:ext cx="4084908" cy="127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/>
              <a:t>Plot of Total Comments on Each Day </a:t>
            </a:r>
          </a:p>
          <a:p>
            <a:pPr marL="0" indent="0" algn="ctr">
              <a:buNone/>
            </a:pPr>
            <a:r>
              <a:rPr lang="en-US"/>
              <a:t>(fitted with a Poisson Regression Model)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7C7FB-ADE7-CB76-21D4-CE522A16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/>
          </a:p>
        </p:txBody>
      </p:sp>
      <p:pic>
        <p:nvPicPr>
          <p:cNvPr id="6" name="Picture 5" descr="A graph of a number of comments&#10;&#10;Description automatically generated">
            <a:extLst>
              <a:ext uri="{FF2B5EF4-FFF2-40B4-BE49-F238E27FC236}">
                <a16:creationId xmlns:a16="http://schemas.microsoft.com/office/drawing/2014/main" id="{916EA863-4B54-8BB8-2745-2DD7A32B4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78" y="1141747"/>
            <a:ext cx="6223168" cy="381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3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57D8-AC05-719A-E65D-F4C3A494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03" y="113035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Network Analysis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DC2E02-09CD-D865-FF42-44628979A318}"/>
              </a:ext>
            </a:extLst>
          </p:cNvPr>
          <p:cNvGrpSpPr/>
          <p:nvPr/>
        </p:nvGrpSpPr>
        <p:grpSpPr>
          <a:xfrm>
            <a:off x="1529785" y="4134131"/>
            <a:ext cx="1781299" cy="1574492"/>
            <a:chOff x="425531" y="3998521"/>
            <a:chExt cx="1781299" cy="1574492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F05B432-F588-275F-68C8-F6E213F1212A}"/>
                </a:ext>
              </a:extLst>
            </p:cNvPr>
            <p:cNvSpPr txBox="1"/>
            <p:nvPr/>
          </p:nvSpPr>
          <p:spPr>
            <a:xfrm>
              <a:off x="425532" y="3998521"/>
              <a:ext cx="159327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 b="1"/>
                <a:t>Communities 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2EE03B0-3F8D-8021-815C-320838E62B05}"/>
                </a:ext>
              </a:extLst>
            </p:cNvPr>
            <p:cNvSpPr txBox="1"/>
            <p:nvPr/>
          </p:nvSpPr>
          <p:spPr>
            <a:xfrm>
              <a:off x="425531" y="4649683"/>
              <a:ext cx="178129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/>
                <a:t>Discover </a:t>
              </a:r>
              <a:r>
                <a:rPr lang="de-DE" err="1"/>
                <a:t>similar</a:t>
              </a:r>
              <a:r>
                <a:rPr lang="de-DE"/>
                <a:t> </a:t>
              </a:r>
              <a:r>
                <a:rPr lang="de-DE" err="1"/>
                <a:t>thinking</a:t>
              </a:r>
              <a:r>
                <a:rPr lang="de-DE"/>
                <a:t> </a:t>
              </a:r>
              <a:r>
                <a:rPr lang="de-DE" err="1"/>
                <a:t>groups</a:t>
              </a:r>
              <a:r>
                <a:rPr lang="de-DE"/>
                <a:t> </a:t>
              </a:r>
              <a:r>
                <a:rPr lang="de-DE" err="1"/>
                <a:t>of</a:t>
              </a:r>
              <a:r>
                <a:rPr lang="de-DE"/>
                <a:t> </a:t>
              </a:r>
              <a:r>
                <a:rPr lang="de-DE" err="1"/>
                <a:t>people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A375976-D340-0691-49BA-C55E6A02B3A8}"/>
              </a:ext>
            </a:extLst>
          </p:cNvPr>
          <p:cNvGrpSpPr/>
          <p:nvPr/>
        </p:nvGrpSpPr>
        <p:grpSpPr>
          <a:xfrm>
            <a:off x="5192036" y="4121215"/>
            <a:ext cx="1777340" cy="1847536"/>
            <a:chOff x="2662052" y="3998520"/>
            <a:chExt cx="1777340" cy="1847536"/>
          </a:xfrm>
        </p:grpSpPr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2847A211-A9AA-CF9C-4C2A-7E87DC700334}"/>
                </a:ext>
              </a:extLst>
            </p:cNvPr>
            <p:cNvSpPr txBox="1"/>
            <p:nvPr/>
          </p:nvSpPr>
          <p:spPr>
            <a:xfrm>
              <a:off x="2662052" y="3998520"/>
              <a:ext cx="159327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 b="1"/>
                <a:t>Topics</a:t>
              </a:r>
              <a:endParaRPr lang="en-US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09AB3F2-95B1-169E-D388-41D9EC3753BE}"/>
                </a:ext>
              </a:extLst>
            </p:cNvPr>
            <p:cNvSpPr txBox="1"/>
            <p:nvPr/>
          </p:nvSpPr>
          <p:spPr>
            <a:xfrm>
              <a:off x="2666010" y="4645727"/>
              <a:ext cx="1773382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Gain insight into topics of discussion in communities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5954A4F-D7E8-16E0-922C-385313A8ACEE}"/>
              </a:ext>
            </a:extLst>
          </p:cNvPr>
          <p:cNvGrpSpPr/>
          <p:nvPr/>
        </p:nvGrpSpPr>
        <p:grpSpPr>
          <a:xfrm>
            <a:off x="8801861" y="4140588"/>
            <a:ext cx="1791855" cy="1570537"/>
            <a:chOff x="4918363" y="3998520"/>
            <a:chExt cx="1791855" cy="1570537"/>
          </a:xfrm>
        </p:grpSpPr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4C1BD929-E816-49CE-CB0D-B9EF48FC23B7}"/>
                </a:ext>
              </a:extLst>
            </p:cNvPr>
            <p:cNvSpPr txBox="1"/>
            <p:nvPr/>
          </p:nvSpPr>
          <p:spPr>
            <a:xfrm>
              <a:off x="4918363" y="3998520"/>
              <a:ext cx="159327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e-DE" b="1"/>
                <a:t>Central </a:t>
              </a:r>
              <a:r>
                <a:rPr lang="de-DE" b="1" err="1"/>
                <a:t>users</a:t>
              </a:r>
              <a:endParaRPr lang="en-US" err="1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BA33D6B-45F7-C523-4CA1-F7378542A6C5}"/>
                </a:ext>
              </a:extLst>
            </p:cNvPr>
            <p:cNvSpPr txBox="1"/>
            <p:nvPr/>
          </p:nvSpPr>
          <p:spPr>
            <a:xfrm>
              <a:off x="4936836" y="4645727"/>
              <a:ext cx="1773382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Discover central users within communities</a:t>
              </a:r>
            </a:p>
          </p:txBody>
        </p:sp>
      </p:grpSp>
      <p:pic>
        <p:nvPicPr>
          <p:cNvPr id="19" name="Grafik 18" descr="Ein Bild, das Schwarz, Dunkelheit enthält.&#10;&#10;Beschreibung automatisch generiert.">
            <a:extLst>
              <a:ext uri="{FF2B5EF4-FFF2-40B4-BE49-F238E27FC236}">
                <a16:creationId xmlns:a16="http://schemas.microsoft.com/office/drawing/2014/main" id="{9B14C78F-68A9-7CA9-FA69-D45DC49DC08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531503" y="2186826"/>
            <a:ext cx="1601190" cy="1591294"/>
          </a:xfrm>
          <a:prstGeom prst="rect">
            <a:avLst/>
          </a:prstGeom>
        </p:spPr>
      </p:pic>
      <p:pic>
        <p:nvPicPr>
          <p:cNvPr id="24" name="Grafik 23" descr="Ein Bild, das Schwarz, Dunkelheit enthält.&#10;&#10;Beschreibung automatisch generiert.">
            <a:extLst>
              <a:ext uri="{FF2B5EF4-FFF2-40B4-BE49-F238E27FC236}">
                <a16:creationId xmlns:a16="http://schemas.microsoft.com/office/drawing/2014/main" id="{FD5CD9D7-CD55-9A1C-6EDB-A6DF1ECC470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5096937" y="2174811"/>
            <a:ext cx="1601190" cy="1590055"/>
          </a:xfrm>
          <a:prstGeom prst="rect">
            <a:avLst/>
          </a:prstGeom>
        </p:spPr>
      </p:pic>
      <p:pic>
        <p:nvPicPr>
          <p:cNvPr id="22" name="Graphic 21" descr="Social network with solid fill">
            <a:extLst>
              <a:ext uri="{FF2B5EF4-FFF2-40B4-BE49-F238E27FC236}">
                <a16:creationId xmlns:a16="http://schemas.microsoft.com/office/drawing/2014/main" id="{F9F6EF15-79DE-57C8-AD20-049016AF3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4818" y="2132662"/>
            <a:ext cx="1812098" cy="180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5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phic 42">
            <a:extLst>
              <a:ext uri="{FF2B5EF4-FFF2-40B4-BE49-F238E27FC236}">
                <a16:creationId xmlns:a16="http://schemas.microsoft.com/office/drawing/2014/main" id="{4543CE95-0302-6DE1-F292-81BF1FB6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90969" y="-776955"/>
            <a:ext cx="12333004" cy="8219629"/>
          </a:xfrm>
          <a:prstGeom prst="rect">
            <a:avLst/>
          </a:prstGeom>
        </p:spPr>
      </p:pic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6D4A0FE2-FD35-0C7F-6C83-52F6E2953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0348" y="4414615"/>
            <a:ext cx="4114800" cy="2743200"/>
          </a:xfr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3ABB79F-2242-F9F0-BB3F-BC165C533A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2695" y="3040167"/>
            <a:ext cx="4114800" cy="27432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FC018C6-9714-EE1D-8917-22CED089BE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46375" y="-570432"/>
            <a:ext cx="4114800" cy="27432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6B0F7156-657B-90F3-EF0E-5F1131F9D2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611737" y="2271044"/>
            <a:ext cx="4114800" cy="27432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F4227CE-3069-DB51-7CCC-EA16169BDE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79478" y="-271329"/>
            <a:ext cx="4114800" cy="27432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D7C7275-A043-FFEA-1157-E223CB4001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1496" y="4115512"/>
            <a:ext cx="4114800" cy="27432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AB39B072-07FE-1DE5-3EEC-E88274905B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93423" y="4115511"/>
            <a:ext cx="4114800" cy="27432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2CF84D-B697-A47C-F3D7-9A704A0BEE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05927" y="-684375"/>
            <a:ext cx="4114800" cy="27432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687A61E-3374-C760-E75A-5B880B9735A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-120354" y="590372"/>
            <a:ext cx="4114800" cy="27432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4B77EE7A-15DA-B00B-9111-AC5AF8933AC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61049" y="1103120"/>
            <a:ext cx="4114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4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7BA8BD3-A7DB-6399-457C-5C78E8FF9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61626" y="-2065098"/>
            <a:ext cx="17149292" cy="1142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05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13C9B72-7A8E-F13F-810C-3D1A22F1F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2642" y="-890899"/>
            <a:ext cx="12318762" cy="82196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23E95-831B-2974-5162-E18741BB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F00D4FA-BA0C-158B-BC82-671DFDBEE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89372" y="3504158"/>
            <a:ext cx="4114800" cy="27432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C5C4171-4B21-5072-7AED-F0F370D262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93553" y="-169247"/>
            <a:ext cx="4114800" cy="27432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204CD89-0F7E-3353-3EC2-06420FB6BF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81244" y="2276049"/>
            <a:ext cx="4114800" cy="274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AC524E8-719A-F22A-D34D-251805D35E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08803" y="4254163"/>
            <a:ext cx="4114800" cy="2743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167B371-3FFC-6672-5104-331025B65C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658723" y="440995"/>
            <a:ext cx="4114800" cy="2743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7BC02BE-542C-BE0E-54D1-6C786A9B1E2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23189" y="4352937"/>
            <a:ext cx="4114800" cy="2743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589BC05-88FC-DBB4-0B06-75F640E731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34413" y="-470731"/>
            <a:ext cx="4114800" cy="2743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0032E09-F482-9681-6AB5-C7A8325F5E6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02554" y="592910"/>
            <a:ext cx="4114800" cy="27432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BE82867-5224-A36F-15BA-99BCF2A21F7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1903" y="2420602"/>
            <a:ext cx="2713973" cy="180931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4FB99B9-9ED6-70BF-FCEE-396B3022BA9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419201" y="4229643"/>
            <a:ext cx="2713973" cy="180931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EFC54CE-12D3-DC40-8A85-8186B453240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920498" y="296993"/>
            <a:ext cx="2713973" cy="180931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F80C36D-C388-9273-8959-8BB9F1DA6B1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964453" y="4972378"/>
            <a:ext cx="2713973" cy="180931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251ABA0-FCCA-C205-DBEC-DBA6D72E928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914252" y="905876"/>
            <a:ext cx="2713973" cy="180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CBEC-F08D-4F2A-0FC4-BC7247BA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1" y="2821253"/>
            <a:ext cx="4030132" cy="1146089"/>
          </a:xfrm>
        </p:spPr>
        <p:txBody>
          <a:bodyPr>
            <a:normAutofit/>
          </a:bodyPr>
          <a:lstStyle/>
          <a:p>
            <a:pPr algn="ctr"/>
            <a:r>
              <a:rPr lang="en-AU"/>
              <a:t>K-</a:t>
            </a:r>
            <a:r>
              <a:rPr lang="en-AU" err="1"/>
              <a:t>MEans</a:t>
            </a:r>
            <a:r>
              <a:rPr lang="en-AU"/>
              <a:t> clustering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2DBC29-22E7-6E11-C985-4D51FA1F4D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1371359"/>
              </p:ext>
            </p:extLst>
          </p:nvPr>
        </p:nvGraphicFramePr>
        <p:xfrm>
          <a:off x="5408705" y="2457823"/>
          <a:ext cx="663705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451">
                  <a:extLst>
                    <a:ext uri="{9D8B030D-6E8A-4147-A177-3AD203B41FA5}">
                      <a16:colId xmlns:a16="http://schemas.microsoft.com/office/drawing/2014/main" val="1265211726"/>
                    </a:ext>
                  </a:extLst>
                </a:gridCol>
                <a:gridCol w="737451">
                  <a:extLst>
                    <a:ext uri="{9D8B030D-6E8A-4147-A177-3AD203B41FA5}">
                      <a16:colId xmlns:a16="http://schemas.microsoft.com/office/drawing/2014/main" val="1049480294"/>
                    </a:ext>
                  </a:extLst>
                </a:gridCol>
                <a:gridCol w="737451">
                  <a:extLst>
                    <a:ext uri="{9D8B030D-6E8A-4147-A177-3AD203B41FA5}">
                      <a16:colId xmlns:a16="http://schemas.microsoft.com/office/drawing/2014/main" val="3927122453"/>
                    </a:ext>
                  </a:extLst>
                </a:gridCol>
                <a:gridCol w="737451">
                  <a:extLst>
                    <a:ext uri="{9D8B030D-6E8A-4147-A177-3AD203B41FA5}">
                      <a16:colId xmlns:a16="http://schemas.microsoft.com/office/drawing/2014/main" val="2608770657"/>
                    </a:ext>
                  </a:extLst>
                </a:gridCol>
                <a:gridCol w="737451">
                  <a:extLst>
                    <a:ext uri="{9D8B030D-6E8A-4147-A177-3AD203B41FA5}">
                      <a16:colId xmlns:a16="http://schemas.microsoft.com/office/drawing/2014/main" val="1526313435"/>
                    </a:ext>
                  </a:extLst>
                </a:gridCol>
                <a:gridCol w="737451">
                  <a:extLst>
                    <a:ext uri="{9D8B030D-6E8A-4147-A177-3AD203B41FA5}">
                      <a16:colId xmlns:a16="http://schemas.microsoft.com/office/drawing/2014/main" val="2206785300"/>
                    </a:ext>
                  </a:extLst>
                </a:gridCol>
                <a:gridCol w="737451">
                  <a:extLst>
                    <a:ext uri="{9D8B030D-6E8A-4147-A177-3AD203B41FA5}">
                      <a16:colId xmlns:a16="http://schemas.microsoft.com/office/drawing/2014/main" val="3240429582"/>
                    </a:ext>
                  </a:extLst>
                </a:gridCol>
                <a:gridCol w="737451">
                  <a:extLst>
                    <a:ext uri="{9D8B030D-6E8A-4147-A177-3AD203B41FA5}">
                      <a16:colId xmlns:a16="http://schemas.microsoft.com/office/drawing/2014/main" val="970510194"/>
                    </a:ext>
                  </a:extLst>
                </a:gridCol>
                <a:gridCol w="737451">
                  <a:extLst>
                    <a:ext uri="{9D8B030D-6E8A-4147-A177-3AD203B41FA5}">
                      <a16:colId xmlns:a16="http://schemas.microsoft.com/office/drawing/2014/main" val="1851388788"/>
                    </a:ext>
                  </a:extLst>
                </a:gridCol>
              </a:tblGrid>
              <a:tr h="311567">
                <a:tc>
                  <a:txBody>
                    <a:bodyPr/>
                    <a:lstStyle/>
                    <a:p>
                      <a:r>
                        <a:rPr lang="en-A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407483"/>
                  </a:ext>
                </a:extLst>
              </a:tr>
              <a:tr h="311567">
                <a:tc>
                  <a:txBody>
                    <a:bodyPr/>
                    <a:lstStyle/>
                    <a:p>
                      <a:r>
                        <a:rPr lang="en-AU"/>
                        <a:t>6509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5041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AF0DBF-7468-8090-D600-51985DA17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282570"/>
              </p:ext>
            </p:extLst>
          </p:nvPr>
        </p:nvGraphicFramePr>
        <p:xfrm>
          <a:off x="5438588" y="3563470"/>
          <a:ext cx="660797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329">
                  <a:extLst>
                    <a:ext uri="{9D8B030D-6E8A-4147-A177-3AD203B41FA5}">
                      <a16:colId xmlns:a16="http://schemas.microsoft.com/office/drawing/2014/main" val="1527642013"/>
                    </a:ext>
                  </a:extLst>
                </a:gridCol>
                <a:gridCol w="1101329">
                  <a:extLst>
                    <a:ext uri="{9D8B030D-6E8A-4147-A177-3AD203B41FA5}">
                      <a16:colId xmlns:a16="http://schemas.microsoft.com/office/drawing/2014/main" val="3925783942"/>
                    </a:ext>
                  </a:extLst>
                </a:gridCol>
                <a:gridCol w="1101329">
                  <a:extLst>
                    <a:ext uri="{9D8B030D-6E8A-4147-A177-3AD203B41FA5}">
                      <a16:colId xmlns:a16="http://schemas.microsoft.com/office/drawing/2014/main" val="3845104345"/>
                    </a:ext>
                  </a:extLst>
                </a:gridCol>
                <a:gridCol w="1101329">
                  <a:extLst>
                    <a:ext uri="{9D8B030D-6E8A-4147-A177-3AD203B41FA5}">
                      <a16:colId xmlns:a16="http://schemas.microsoft.com/office/drawing/2014/main" val="529599367"/>
                    </a:ext>
                  </a:extLst>
                </a:gridCol>
                <a:gridCol w="1101329">
                  <a:extLst>
                    <a:ext uri="{9D8B030D-6E8A-4147-A177-3AD203B41FA5}">
                      <a16:colId xmlns:a16="http://schemas.microsoft.com/office/drawing/2014/main" val="3408160550"/>
                    </a:ext>
                  </a:extLst>
                </a:gridCol>
                <a:gridCol w="1101329">
                  <a:extLst>
                    <a:ext uri="{9D8B030D-6E8A-4147-A177-3AD203B41FA5}">
                      <a16:colId xmlns:a16="http://schemas.microsoft.com/office/drawing/2014/main" val="2631201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791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6664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902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17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C843-A553-DE29-DA53-C0FD9812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Year </a:t>
            </a:r>
            <a:r>
              <a:rPr lang="en-US" sz="3600" err="1">
                <a:solidFill>
                  <a:srgbClr val="FFFFFF"/>
                </a:solidFill>
              </a:rPr>
              <a:t>WOrd</a:t>
            </a:r>
            <a:r>
              <a:rPr lang="en-US" sz="3600">
                <a:solidFill>
                  <a:srgbClr val="FFFFFF"/>
                </a:solidFill>
              </a:rPr>
              <a:t> cloud</a:t>
            </a:r>
            <a:endParaRPr lang="en-US" sz="36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7" name="Content Placeholder 6" descr="A close up of words&#10;&#10;Description automatically generated">
            <a:extLst>
              <a:ext uri="{FF2B5EF4-FFF2-40B4-BE49-F238E27FC236}">
                <a16:creationId xmlns:a16="http://schemas.microsoft.com/office/drawing/2014/main" id="{3547F6C2-0F0B-1186-D05C-8196C5A29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965" y="-252802"/>
            <a:ext cx="7329733" cy="73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33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543B-4804-E078-E8E5-1B9512F1A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err="1">
                <a:solidFill>
                  <a:srgbClr val="FFFFFF"/>
                </a:solidFill>
              </a:rPr>
              <a:t>MOnth</a:t>
            </a:r>
            <a:r>
              <a:rPr lang="en-US" sz="3600">
                <a:solidFill>
                  <a:srgbClr val="FFFFFF"/>
                </a:solidFill>
              </a:rPr>
              <a:t> word cloud</a:t>
            </a:r>
            <a:endParaRPr lang="en-US" sz="36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Content Placeholder 4" descr="A close up of words&#10;&#10;Description automatically generated">
            <a:extLst>
              <a:ext uri="{FF2B5EF4-FFF2-40B4-BE49-F238E27FC236}">
                <a16:creationId xmlns:a16="http://schemas.microsoft.com/office/drawing/2014/main" id="{2F0D3529-3D07-B400-7E3D-486A601FF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526" y="-1069110"/>
            <a:ext cx="8412952" cy="847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3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83C44-A37C-786B-FE0A-C0ADA97FB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12</a:t>
            </a:fld>
            <a:endParaRPr lang="en-US"/>
          </a:p>
        </p:txBody>
      </p:sp>
      <p:pic>
        <p:nvPicPr>
          <p:cNvPr id="5" name="Content Placeholder 6" descr="A close up of words&#10;&#10;Description automatically generated">
            <a:extLst>
              <a:ext uri="{FF2B5EF4-FFF2-40B4-BE49-F238E27FC236}">
                <a16:creationId xmlns:a16="http://schemas.microsoft.com/office/drawing/2014/main" id="{B063036D-EC2C-6F42-F8DA-9482EA62D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504" y="-263561"/>
            <a:ext cx="7329733" cy="7385122"/>
          </a:xfrm>
          <a:prstGeom prst="rect">
            <a:avLst/>
          </a:prstGeom>
        </p:spPr>
      </p:pic>
      <p:pic>
        <p:nvPicPr>
          <p:cNvPr id="6" name="Content Placeholder 4" descr="A close up of words&#10;&#10;Description automatically generated">
            <a:extLst>
              <a:ext uri="{FF2B5EF4-FFF2-40B4-BE49-F238E27FC236}">
                <a16:creationId xmlns:a16="http://schemas.microsoft.com/office/drawing/2014/main" id="{7245CD52-18AF-0D95-CF3B-A6F7ED7D9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50" y="-263562"/>
            <a:ext cx="7327425" cy="73851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64432A-D42B-3AC8-0B03-8EFB36376927}"/>
              </a:ext>
            </a:extLst>
          </p:cNvPr>
          <p:cNvSpPr txBox="1"/>
          <p:nvPr/>
        </p:nvSpPr>
        <p:spPr>
          <a:xfrm>
            <a:off x="1503557" y="938151"/>
            <a:ext cx="403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 dirty="0">
                <a:solidFill>
                  <a:schemeClr val="bg1"/>
                </a:solidFill>
              </a:rPr>
              <a:t>Year before 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7215A-9B9D-DF00-8938-557D001E54FA}"/>
              </a:ext>
            </a:extLst>
          </p:cNvPr>
          <p:cNvSpPr txBox="1"/>
          <p:nvPr/>
        </p:nvSpPr>
        <p:spPr>
          <a:xfrm>
            <a:off x="6853111" y="938151"/>
            <a:ext cx="403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 dirty="0">
                <a:solidFill>
                  <a:schemeClr val="bg1"/>
                </a:solidFill>
              </a:rPr>
              <a:t>Month before election</a:t>
            </a:r>
          </a:p>
        </p:txBody>
      </p:sp>
    </p:spTree>
    <p:extLst>
      <p:ext uri="{BB962C8B-B14F-4D97-AF65-F5344CB8AC3E}">
        <p14:creationId xmlns:p14="http://schemas.microsoft.com/office/powerpoint/2010/main" val="2524598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B1F6-5BBE-2745-0354-398FEE545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Year data</a:t>
            </a:r>
          </a:p>
        </p:txBody>
      </p:sp>
      <p:pic>
        <p:nvPicPr>
          <p:cNvPr id="5" name="Content Placeholder 4" descr="A graph with numbers and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0EB11681-8585-C57C-59AE-EE56F1109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5" r="5" b="8394"/>
          <a:stretch/>
        </p:blipFill>
        <p:spPr>
          <a:xfrm>
            <a:off x="640080" y="606828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135999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1438-E596-AE42-6657-5AD7AA39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599131"/>
            <a:ext cx="9238434" cy="857559"/>
          </a:xfrm>
        </p:spPr>
        <p:txBody>
          <a:bodyPr/>
          <a:lstStyle/>
          <a:p>
            <a:pPr algn="ctr"/>
            <a:r>
              <a:rPr lang="en-US"/>
              <a:t>Month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66C9-A717-1F49-A24E-E604D7109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C021E-C794-20EA-27B4-87E5AD7F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14</a:t>
            </a:fld>
            <a:endParaRPr lang="en-US"/>
          </a:p>
        </p:txBody>
      </p:sp>
      <p:pic>
        <p:nvPicPr>
          <p:cNvPr id="6" name="Content Placeholder 8" descr="A graph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C488371D-1C28-FCF6-0496-0E3C34B30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314" y="1458853"/>
            <a:ext cx="9234966" cy="517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70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1021-90EE-4597-5F14-937FDD46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83" y="3000220"/>
            <a:ext cx="9238434" cy="857559"/>
          </a:xfrm>
        </p:spPr>
        <p:txBody>
          <a:bodyPr/>
          <a:lstStyle/>
          <a:p>
            <a:r>
              <a:rPr lang="de-DE" sz="3600" err="1"/>
              <a:t>Conclusion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EC22C-BB42-5F3A-013B-124EF7FC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03265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879</Words>
  <Application>Microsoft Macintosh PowerPoint</Application>
  <PresentationFormat>Widescreen</PresentationFormat>
  <Paragraphs>135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Calibri,Sans-Serif</vt:lpstr>
      <vt:lpstr>Trade Gothic Next Cond</vt:lpstr>
      <vt:lpstr>Trade Gothic Next Light</vt:lpstr>
      <vt:lpstr>PortalVTI</vt:lpstr>
      <vt:lpstr>An analysis on US Political discussions on Reddit</vt:lpstr>
      <vt:lpstr>Data collection</vt:lpstr>
      <vt:lpstr>Plots - Linear Models</vt:lpstr>
      <vt:lpstr>Plot -  Poisson Model</vt:lpstr>
      <vt:lpstr>Network Analysis</vt:lpstr>
      <vt:lpstr>PowerPoint Presentation</vt:lpstr>
      <vt:lpstr>PowerPoint Presentation</vt:lpstr>
      <vt:lpstr>PowerPoint Presentation</vt:lpstr>
      <vt:lpstr>K-MEans clustering</vt:lpstr>
      <vt:lpstr>Year WOrd cloud</vt:lpstr>
      <vt:lpstr>MOnth word cloud</vt:lpstr>
      <vt:lpstr>PowerPoint Presentation</vt:lpstr>
      <vt:lpstr>Year data</vt:lpstr>
      <vt:lpstr>Month Data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Gabriel Himmelein</cp:lastModifiedBy>
  <cp:revision>2</cp:revision>
  <dcterms:created xsi:type="dcterms:W3CDTF">2024-10-09T00:44:52Z</dcterms:created>
  <dcterms:modified xsi:type="dcterms:W3CDTF">2025-07-23T14:23:11Z</dcterms:modified>
</cp:coreProperties>
</file>